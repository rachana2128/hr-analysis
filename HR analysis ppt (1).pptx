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8" r:id="rId2"/>
    <p:sldId id="279" r:id="rId3"/>
    <p:sldId id="257" r:id="rId4"/>
    <p:sldId id="258" r:id="rId5"/>
    <p:sldId id="259" r:id="rId6"/>
    <p:sldId id="260" r:id="rId7"/>
    <p:sldId id="261" r:id="rId8"/>
    <p:sldId id="262" r:id="rId9"/>
    <p:sldId id="263" r:id="rId10"/>
    <p:sldId id="264" r:id="rId11"/>
    <p:sldId id="265" r:id="rId12"/>
    <p:sldId id="266" r:id="rId13"/>
    <p:sldId id="267" r:id="rId14"/>
    <p:sldId id="268" r:id="rId15"/>
    <p:sldId id="274" r:id="rId16"/>
    <p:sldId id="269" r:id="rId17"/>
    <p:sldId id="270" r:id="rId18"/>
    <p:sldId id="271" r:id="rId19"/>
    <p:sldId id="272" r:id="rId20"/>
    <p:sldId id="27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7A3B6E-983C-43EA-AA47-635BA67044FC}" v="37" dt="2025-06-23T07:04:21.8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rachana28@outlook.com" userId="7382361e1ea6c59c" providerId="LiveId" clId="{D67A3B6E-983C-43EA-AA47-635BA67044FC}"/>
    <pc:docChg chg="custSel addSld delSld modSld sldOrd">
      <pc:chgData name="rajrachana28@outlook.com" userId="7382361e1ea6c59c" providerId="LiveId" clId="{D67A3B6E-983C-43EA-AA47-635BA67044FC}" dt="2025-06-23T07:31:57.145" v="3904" actId="20577"/>
      <pc:docMkLst>
        <pc:docMk/>
      </pc:docMkLst>
      <pc:sldChg chg="addSp modSp mod">
        <pc:chgData name="rajrachana28@outlook.com" userId="7382361e1ea6c59c" providerId="LiveId" clId="{D67A3B6E-983C-43EA-AA47-635BA67044FC}" dt="2025-06-23T07:31:57.145" v="3904" actId="20577"/>
        <pc:sldMkLst>
          <pc:docMk/>
          <pc:sldMk cId="4120632830" sldId="256"/>
        </pc:sldMkLst>
        <pc:spChg chg="mod">
          <ac:chgData name="rajrachana28@outlook.com" userId="7382361e1ea6c59c" providerId="LiveId" clId="{D67A3B6E-983C-43EA-AA47-635BA67044FC}" dt="2025-06-20T12:58:28.468" v="61" actId="14100"/>
          <ac:spMkLst>
            <pc:docMk/>
            <pc:sldMk cId="4120632830" sldId="256"/>
            <ac:spMk id="2" creationId="{24D96BA5-4DEF-B48C-08CC-62224C18A526}"/>
          </ac:spMkLst>
        </pc:spChg>
        <pc:spChg chg="mod">
          <ac:chgData name="rajrachana28@outlook.com" userId="7382361e1ea6c59c" providerId="LiveId" clId="{D67A3B6E-983C-43EA-AA47-635BA67044FC}" dt="2025-06-23T07:31:57.145" v="3904" actId="20577"/>
          <ac:spMkLst>
            <pc:docMk/>
            <pc:sldMk cId="4120632830" sldId="256"/>
            <ac:spMk id="3" creationId="{F283457A-63DB-9776-E317-DF0BE3183D88}"/>
          </ac:spMkLst>
        </pc:spChg>
        <pc:picChg chg="add mod">
          <ac:chgData name="rajrachana28@outlook.com" userId="7382361e1ea6c59c" providerId="LiveId" clId="{D67A3B6E-983C-43EA-AA47-635BA67044FC}" dt="2025-06-20T12:54:12.225" v="53"/>
          <ac:picMkLst>
            <pc:docMk/>
            <pc:sldMk cId="4120632830" sldId="256"/>
            <ac:picMk id="4" creationId="{F63CCC70-636C-A36D-8D3A-7E4B4A74B987}"/>
          </ac:picMkLst>
        </pc:picChg>
      </pc:sldChg>
      <pc:sldChg chg="modSp mod">
        <pc:chgData name="rajrachana28@outlook.com" userId="7382361e1ea6c59c" providerId="LiveId" clId="{D67A3B6E-983C-43EA-AA47-635BA67044FC}" dt="2025-06-21T07:14:27.569" v="2020" actId="2711"/>
        <pc:sldMkLst>
          <pc:docMk/>
          <pc:sldMk cId="262646122" sldId="257"/>
        </pc:sldMkLst>
        <pc:spChg chg="mod">
          <ac:chgData name="rajrachana28@outlook.com" userId="7382361e1ea6c59c" providerId="LiveId" clId="{D67A3B6E-983C-43EA-AA47-635BA67044FC}" dt="2025-06-20T15:16:12.465" v="875" actId="207"/>
          <ac:spMkLst>
            <pc:docMk/>
            <pc:sldMk cId="262646122" sldId="257"/>
            <ac:spMk id="2" creationId="{3E6B482F-735A-092B-FA7F-14DC5D6943D9}"/>
          </ac:spMkLst>
        </pc:spChg>
        <pc:spChg chg="mod">
          <ac:chgData name="rajrachana28@outlook.com" userId="7382361e1ea6c59c" providerId="LiveId" clId="{D67A3B6E-983C-43EA-AA47-635BA67044FC}" dt="2025-06-21T07:14:27.569" v="2020" actId="2711"/>
          <ac:spMkLst>
            <pc:docMk/>
            <pc:sldMk cId="262646122" sldId="257"/>
            <ac:spMk id="3" creationId="{158B9DBC-6E65-D9AB-7413-63A9D20DD7CC}"/>
          </ac:spMkLst>
        </pc:spChg>
      </pc:sldChg>
      <pc:sldChg chg="modSp mod">
        <pc:chgData name="rajrachana28@outlook.com" userId="7382361e1ea6c59c" providerId="LiveId" clId="{D67A3B6E-983C-43EA-AA47-635BA67044FC}" dt="2025-06-21T07:14:40.649" v="2021" actId="2711"/>
        <pc:sldMkLst>
          <pc:docMk/>
          <pc:sldMk cId="180638888" sldId="258"/>
        </pc:sldMkLst>
        <pc:spChg chg="mod">
          <ac:chgData name="rajrachana28@outlook.com" userId="7382361e1ea6c59c" providerId="LiveId" clId="{D67A3B6E-983C-43EA-AA47-635BA67044FC}" dt="2025-06-21T07:14:40.649" v="2021" actId="2711"/>
          <ac:spMkLst>
            <pc:docMk/>
            <pc:sldMk cId="180638888" sldId="258"/>
            <ac:spMk id="3" creationId="{841819E4-427B-3A3A-6489-77DA92262474}"/>
          </ac:spMkLst>
        </pc:spChg>
      </pc:sldChg>
      <pc:sldChg chg="addSp modSp mod">
        <pc:chgData name="rajrachana28@outlook.com" userId="7382361e1ea6c59c" providerId="LiveId" clId="{D67A3B6E-983C-43EA-AA47-635BA67044FC}" dt="2025-06-21T07:14:13.293" v="2019" actId="2711"/>
        <pc:sldMkLst>
          <pc:docMk/>
          <pc:sldMk cId="2789647208" sldId="259"/>
        </pc:sldMkLst>
        <pc:spChg chg="add mod">
          <ac:chgData name="rajrachana28@outlook.com" userId="7382361e1ea6c59c" providerId="LiveId" clId="{D67A3B6E-983C-43EA-AA47-635BA67044FC}" dt="2025-06-21T07:14:13.293" v="2019" actId="2711"/>
          <ac:spMkLst>
            <pc:docMk/>
            <pc:sldMk cId="2789647208" sldId="259"/>
            <ac:spMk id="3" creationId="{9CBEB7B8-C6E7-AFAB-0F0A-F2761896B62C}"/>
          </ac:spMkLst>
        </pc:spChg>
      </pc:sldChg>
      <pc:sldChg chg="addSp modSp mod">
        <pc:chgData name="rajrachana28@outlook.com" userId="7382361e1ea6c59c" providerId="LiveId" clId="{D67A3B6E-983C-43EA-AA47-635BA67044FC}" dt="2025-06-20T15:30:23.459" v="979" actId="255"/>
        <pc:sldMkLst>
          <pc:docMk/>
          <pc:sldMk cId="2708272227" sldId="260"/>
        </pc:sldMkLst>
        <pc:spChg chg="add mod">
          <ac:chgData name="rajrachana28@outlook.com" userId="7382361e1ea6c59c" providerId="LiveId" clId="{D67A3B6E-983C-43EA-AA47-635BA67044FC}" dt="2025-06-20T15:30:23.459" v="979" actId="255"/>
          <ac:spMkLst>
            <pc:docMk/>
            <pc:sldMk cId="2708272227" sldId="260"/>
            <ac:spMk id="3" creationId="{0F4BB05B-90B1-7D37-E262-450F053D05AB}"/>
          </ac:spMkLst>
        </pc:spChg>
      </pc:sldChg>
      <pc:sldChg chg="addSp modSp mod">
        <pc:chgData name="rajrachana28@outlook.com" userId="7382361e1ea6c59c" providerId="LiveId" clId="{D67A3B6E-983C-43EA-AA47-635BA67044FC}" dt="2025-06-21T07:46:20.365" v="2148" actId="14100"/>
        <pc:sldMkLst>
          <pc:docMk/>
          <pc:sldMk cId="3774164622" sldId="261"/>
        </pc:sldMkLst>
        <pc:spChg chg="mod">
          <ac:chgData name="rajrachana28@outlook.com" userId="7382361e1ea6c59c" providerId="LiveId" clId="{D67A3B6E-983C-43EA-AA47-635BA67044FC}" dt="2025-06-21T07:34:16.544" v="2088" actId="1076"/>
          <ac:spMkLst>
            <pc:docMk/>
            <pc:sldMk cId="3774164622" sldId="261"/>
            <ac:spMk id="2" creationId="{FAF39F5C-460B-3B07-292E-A45BA257F266}"/>
          </ac:spMkLst>
        </pc:spChg>
        <pc:spChg chg="add mod">
          <ac:chgData name="rajrachana28@outlook.com" userId="7382361e1ea6c59c" providerId="LiveId" clId="{D67A3B6E-983C-43EA-AA47-635BA67044FC}" dt="2025-06-21T07:46:20.365" v="2148" actId="14100"/>
          <ac:spMkLst>
            <pc:docMk/>
            <pc:sldMk cId="3774164622" sldId="261"/>
            <ac:spMk id="4" creationId="{32CE5368-D4C3-4AD5-2C82-1CAFBE6B7A12}"/>
          </ac:spMkLst>
        </pc:spChg>
      </pc:sldChg>
      <pc:sldChg chg="addSp modSp mod">
        <pc:chgData name="rajrachana28@outlook.com" userId="7382361e1ea6c59c" providerId="LiveId" clId="{D67A3B6E-983C-43EA-AA47-635BA67044FC}" dt="2025-06-21T07:46:09.509" v="2147" actId="1076"/>
        <pc:sldMkLst>
          <pc:docMk/>
          <pc:sldMk cId="431318719" sldId="262"/>
        </pc:sldMkLst>
        <pc:spChg chg="add mod">
          <ac:chgData name="rajrachana28@outlook.com" userId="7382361e1ea6c59c" providerId="LiveId" clId="{D67A3B6E-983C-43EA-AA47-635BA67044FC}" dt="2025-06-21T07:46:09.509" v="2147" actId="1076"/>
          <ac:spMkLst>
            <pc:docMk/>
            <pc:sldMk cId="431318719" sldId="262"/>
            <ac:spMk id="3" creationId="{AF44A831-2B29-3F1C-A782-BEA570722FC7}"/>
          </ac:spMkLst>
        </pc:spChg>
      </pc:sldChg>
      <pc:sldChg chg="addSp modSp new mod">
        <pc:chgData name="rajrachana28@outlook.com" userId="7382361e1ea6c59c" providerId="LiveId" clId="{D67A3B6E-983C-43EA-AA47-635BA67044FC}" dt="2025-06-20T12:22:20.756" v="8" actId="14100"/>
        <pc:sldMkLst>
          <pc:docMk/>
          <pc:sldMk cId="2482464488" sldId="263"/>
        </pc:sldMkLst>
        <pc:picChg chg="add mod">
          <ac:chgData name="rajrachana28@outlook.com" userId="7382361e1ea6c59c" providerId="LiveId" clId="{D67A3B6E-983C-43EA-AA47-635BA67044FC}" dt="2025-06-20T12:22:20.756" v="8" actId="14100"/>
          <ac:picMkLst>
            <pc:docMk/>
            <pc:sldMk cId="2482464488" sldId="263"/>
            <ac:picMk id="2" creationId="{37DBFBF8-7D7B-CE0A-2DB0-66BF0F7AE69C}"/>
          </ac:picMkLst>
        </pc:picChg>
      </pc:sldChg>
      <pc:sldChg chg="addSp modSp new mod">
        <pc:chgData name="rajrachana28@outlook.com" userId="7382361e1ea6c59c" providerId="LiveId" clId="{D67A3B6E-983C-43EA-AA47-635BA67044FC}" dt="2025-06-21T07:55:51.673" v="2151" actId="14100"/>
        <pc:sldMkLst>
          <pc:docMk/>
          <pc:sldMk cId="1798797530" sldId="264"/>
        </pc:sldMkLst>
        <pc:picChg chg="add mod">
          <ac:chgData name="rajrachana28@outlook.com" userId="7382361e1ea6c59c" providerId="LiveId" clId="{D67A3B6E-983C-43EA-AA47-635BA67044FC}" dt="2025-06-21T07:55:51.673" v="2151" actId="14100"/>
          <ac:picMkLst>
            <pc:docMk/>
            <pc:sldMk cId="1798797530" sldId="264"/>
            <ac:picMk id="3" creationId="{C4325991-A3F2-486D-B9C6-78CD9D2C0029}"/>
          </ac:picMkLst>
        </pc:picChg>
      </pc:sldChg>
      <pc:sldChg chg="addSp modSp new mod">
        <pc:chgData name="rajrachana28@outlook.com" userId="7382361e1ea6c59c" providerId="LiveId" clId="{D67A3B6E-983C-43EA-AA47-635BA67044FC}" dt="2025-06-20T12:22:15.372" v="7" actId="14100"/>
        <pc:sldMkLst>
          <pc:docMk/>
          <pc:sldMk cId="2085962180" sldId="265"/>
        </pc:sldMkLst>
        <pc:picChg chg="add mod">
          <ac:chgData name="rajrachana28@outlook.com" userId="7382361e1ea6c59c" providerId="LiveId" clId="{D67A3B6E-983C-43EA-AA47-635BA67044FC}" dt="2025-06-20T12:22:15.372" v="7" actId="14100"/>
          <ac:picMkLst>
            <pc:docMk/>
            <pc:sldMk cId="2085962180" sldId="265"/>
            <ac:picMk id="2" creationId="{94139217-5ABD-3FF0-596F-3288ABB520E7}"/>
          </ac:picMkLst>
        </pc:picChg>
      </pc:sldChg>
      <pc:sldChg chg="addSp delSp modSp new mod">
        <pc:chgData name="rajrachana28@outlook.com" userId="7382361e1ea6c59c" providerId="LiveId" clId="{D67A3B6E-983C-43EA-AA47-635BA67044FC}" dt="2025-06-21T08:12:39.793" v="2207" actId="1076"/>
        <pc:sldMkLst>
          <pc:docMk/>
          <pc:sldMk cId="1238198959" sldId="266"/>
        </pc:sldMkLst>
        <pc:spChg chg="add">
          <ac:chgData name="rajrachana28@outlook.com" userId="7382361e1ea6c59c" providerId="LiveId" clId="{D67A3B6E-983C-43EA-AA47-635BA67044FC}" dt="2025-06-21T08:01:58.081" v="2155"/>
          <ac:spMkLst>
            <pc:docMk/>
            <pc:sldMk cId="1238198959" sldId="266"/>
            <ac:spMk id="3" creationId="{BCC855EA-2756-BDE0-D8E9-393092B18464}"/>
          </ac:spMkLst>
        </pc:spChg>
        <pc:spChg chg="add mod">
          <ac:chgData name="rajrachana28@outlook.com" userId="7382361e1ea6c59c" providerId="LiveId" clId="{D67A3B6E-983C-43EA-AA47-635BA67044FC}" dt="2025-06-21T08:02:26.805" v="2158" actId="14100"/>
          <ac:spMkLst>
            <pc:docMk/>
            <pc:sldMk cId="1238198959" sldId="266"/>
            <ac:spMk id="4" creationId="{9D3CA243-DB80-94DA-D7C6-A45B9F263C92}"/>
          </ac:spMkLst>
        </pc:spChg>
        <pc:spChg chg="add mod">
          <ac:chgData name="rajrachana28@outlook.com" userId="7382361e1ea6c59c" providerId="LiveId" clId="{D67A3B6E-983C-43EA-AA47-635BA67044FC}" dt="2025-06-21T08:02:26.805" v="2158" actId="14100"/>
          <ac:spMkLst>
            <pc:docMk/>
            <pc:sldMk cId="1238198959" sldId="266"/>
            <ac:spMk id="5" creationId="{F380BE0A-DD53-0BCF-361A-DF6590E2079E}"/>
          </ac:spMkLst>
        </pc:spChg>
        <pc:picChg chg="add mod">
          <ac:chgData name="rajrachana28@outlook.com" userId="7382361e1ea6c59c" providerId="LiveId" clId="{D67A3B6E-983C-43EA-AA47-635BA67044FC}" dt="2025-06-21T08:12:04.502" v="2199" actId="1076"/>
          <ac:picMkLst>
            <pc:docMk/>
            <pc:sldMk cId="1238198959" sldId="266"/>
            <ac:picMk id="8" creationId="{5D40BE9F-6554-55E4-3233-AF4714AFB236}"/>
          </ac:picMkLst>
        </pc:picChg>
        <pc:picChg chg="add mod">
          <ac:chgData name="rajrachana28@outlook.com" userId="7382361e1ea6c59c" providerId="LiveId" clId="{D67A3B6E-983C-43EA-AA47-635BA67044FC}" dt="2025-06-21T08:12:13.196" v="2202" actId="1076"/>
          <ac:picMkLst>
            <pc:docMk/>
            <pc:sldMk cId="1238198959" sldId="266"/>
            <ac:picMk id="10" creationId="{EE116938-BD44-F2F8-9A1F-E62F50905F3C}"/>
          </ac:picMkLst>
        </pc:picChg>
        <pc:picChg chg="add mod">
          <ac:chgData name="rajrachana28@outlook.com" userId="7382361e1ea6c59c" providerId="LiveId" clId="{D67A3B6E-983C-43EA-AA47-635BA67044FC}" dt="2025-06-21T08:12:31.547" v="2206" actId="1076"/>
          <ac:picMkLst>
            <pc:docMk/>
            <pc:sldMk cId="1238198959" sldId="266"/>
            <ac:picMk id="12" creationId="{4A12A824-F19E-6618-11F7-78AEA148E738}"/>
          </ac:picMkLst>
        </pc:picChg>
        <pc:picChg chg="add mod">
          <ac:chgData name="rajrachana28@outlook.com" userId="7382361e1ea6c59c" providerId="LiveId" clId="{D67A3B6E-983C-43EA-AA47-635BA67044FC}" dt="2025-06-21T08:12:39.793" v="2207" actId="1076"/>
          <ac:picMkLst>
            <pc:docMk/>
            <pc:sldMk cId="1238198959" sldId="266"/>
            <ac:picMk id="14" creationId="{B83ED287-76AB-C912-D396-28CC0619A0BF}"/>
          </ac:picMkLst>
        </pc:picChg>
      </pc:sldChg>
      <pc:sldChg chg="addSp modSp new mod">
        <pc:chgData name="rajrachana28@outlook.com" userId="7382361e1ea6c59c" providerId="LiveId" clId="{D67A3B6E-983C-43EA-AA47-635BA67044FC}" dt="2025-06-21T08:27:23.302" v="2268" actId="1076"/>
        <pc:sldMkLst>
          <pc:docMk/>
          <pc:sldMk cId="2831530031" sldId="267"/>
        </pc:sldMkLst>
        <pc:picChg chg="add mod">
          <ac:chgData name="rajrachana28@outlook.com" userId="7382361e1ea6c59c" providerId="LiveId" clId="{D67A3B6E-983C-43EA-AA47-635BA67044FC}" dt="2025-06-21T08:24:08.445" v="2252" actId="14100"/>
          <ac:picMkLst>
            <pc:docMk/>
            <pc:sldMk cId="2831530031" sldId="267"/>
            <ac:picMk id="3" creationId="{71B8D68E-24A6-8E24-5349-377838ADD7B3}"/>
          </ac:picMkLst>
        </pc:picChg>
        <pc:picChg chg="add mod">
          <ac:chgData name="rajrachana28@outlook.com" userId="7382361e1ea6c59c" providerId="LiveId" clId="{D67A3B6E-983C-43EA-AA47-635BA67044FC}" dt="2025-06-21T08:26:41.541" v="2266" actId="1076"/>
          <ac:picMkLst>
            <pc:docMk/>
            <pc:sldMk cId="2831530031" sldId="267"/>
            <ac:picMk id="5" creationId="{1D8CB5AA-A6ED-A2F0-3D46-8145169019FC}"/>
          </ac:picMkLst>
        </pc:picChg>
        <pc:picChg chg="add mod">
          <ac:chgData name="rajrachana28@outlook.com" userId="7382361e1ea6c59c" providerId="LiveId" clId="{D67A3B6E-983C-43EA-AA47-635BA67044FC}" dt="2025-06-21T08:25:00.170" v="2254" actId="14100"/>
          <ac:picMkLst>
            <pc:docMk/>
            <pc:sldMk cId="2831530031" sldId="267"/>
            <ac:picMk id="7" creationId="{A56FBD4C-53EC-A61E-5A29-BD28CE9632EB}"/>
          </ac:picMkLst>
        </pc:picChg>
        <pc:picChg chg="add mod">
          <ac:chgData name="rajrachana28@outlook.com" userId="7382361e1ea6c59c" providerId="LiveId" clId="{D67A3B6E-983C-43EA-AA47-635BA67044FC}" dt="2025-06-21T08:27:23.302" v="2268" actId="1076"/>
          <ac:picMkLst>
            <pc:docMk/>
            <pc:sldMk cId="2831530031" sldId="267"/>
            <ac:picMk id="9" creationId="{1E9C35C6-89BE-141C-4DA8-CBD41681EF90}"/>
          </ac:picMkLst>
        </pc:picChg>
      </pc:sldChg>
      <pc:sldChg chg="addSp delSp modSp new mod">
        <pc:chgData name="rajrachana28@outlook.com" userId="7382361e1ea6c59c" providerId="LiveId" clId="{D67A3B6E-983C-43EA-AA47-635BA67044FC}" dt="2025-06-20T12:28:07.161" v="26" actId="255"/>
        <pc:sldMkLst>
          <pc:docMk/>
          <pc:sldMk cId="1817279964" sldId="268"/>
        </pc:sldMkLst>
        <pc:spChg chg="add mod">
          <ac:chgData name="rajrachana28@outlook.com" userId="7382361e1ea6c59c" providerId="LiveId" clId="{D67A3B6E-983C-43EA-AA47-635BA67044FC}" dt="2025-06-20T12:28:07.161" v="26" actId="255"/>
          <ac:spMkLst>
            <pc:docMk/>
            <pc:sldMk cId="1817279964" sldId="268"/>
            <ac:spMk id="6" creationId="{B1B43116-6AD8-7B7B-88F5-C0BA72220ECF}"/>
          </ac:spMkLst>
        </pc:spChg>
        <pc:picChg chg="add mod">
          <ac:chgData name="rajrachana28@outlook.com" userId="7382361e1ea6c59c" providerId="LiveId" clId="{D67A3B6E-983C-43EA-AA47-635BA67044FC}" dt="2025-06-20T12:24:22.417" v="12"/>
          <ac:picMkLst>
            <pc:docMk/>
            <pc:sldMk cId="1817279964" sldId="268"/>
            <ac:picMk id="2" creationId="{997BCC7E-F4D5-6643-2C2A-CDCBF197DF41}"/>
          </ac:picMkLst>
        </pc:picChg>
      </pc:sldChg>
      <pc:sldChg chg="addSp modSp new mod">
        <pc:chgData name="rajrachana28@outlook.com" userId="7382361e1ea6c59c" providerId="LiveId" clId="{D67A3B6E-983C-43EA-AA47-635BA67044FC}" dt="2025-06-23T07:03:50.438" v="3613" actId="14100"/>
        <pc:sldMkLst>
          <pc:docMk/>
          <pc:sldMk cId="1792153066" sldId="269"/>
        </pc:sldMkLst>
        <pc:picChg chg="add mod">
          <ac:chgData name="rajrachana28@outlook.com" userId="7382361e1ea6c59c" providerId="LiveId" clId="{D67A3B6E-983C-43EA-AA47-635BA67044FC}" dt="2025-06-23T07:03:50.438" v="3613" actId="14100"/>
          <ac:picMkLst>
            <pc:docMk/>
            <pc:sldMk cId="1792153066" sldId="269"/>
            <ac:picMk id="3" creationId="{6215254B-2D73-2A37-1296-B68793F34799}"/>
          </ac:picMkLst>
        </pc:picChg>
      </pc:sldChg>
      <pc:sldChg chg="addSp modSp new mod">
        <pc:chgData name="rajrachana28@outlook.com" userId="7382361e1ea6c59c" providerId="LiveId" clId="{D67A3B6E-983C-43EA-AA47-635BA67044FC}" dt="2025-06-20T12:33:14.046" v="32"/>
        <pc:sldMkLst>
          <pc:docMk/>
          <pc:sldMk cId="2764051666" sldId="270"/>
        </pc:sldMkLst>
        <pc:picChg chg="add mod">
          <ac:chgData name="rajrachana28@outlook.com" userId="7382361e1ea6c59c" providerId="LiveId" clId="{D67A3B6E-983C-43EA-AA47-635BA67044FC}" dt="2025-06-20T12:32:02.397" v="31" actId="1076"/>
          <ac:picMkLst>
            <pc:docMk/>
            <pc:sldMk cId="2764051666" sldId="270"/>
            <ac:picMk id="2" creationId="{F2C61476-B083-2F56-9EE7-48EEC4879776}"/>
          </ac:picMkLst>
        </pc:picChg>
        <pc:picChg chg="add mod">
          <ac:chgData name="rajrachana28@outlook.com" userId="7382361e1ea6c59c" providerId="LiveId" clId="{D67A3B6E-983C-43EA-AA47-635BA67044FC}" dt="2025-06-20T12:33:14.046" v="32"/>
          <ac:picMkLst>
            <pc:docMk/>
            <pc:sldMk cId="2764051666" sldId="270"/>
            <ac:picMk id="3" creationId="{DCB6601F-6364-03DD-2A25-C5F85B37C45C}"/>
          </ac:picMkLst>
        </pc:picChg>
      </pc:sldChg>
      <pc:sldChg chg="addSp modSp new">
        <pc:chgData name="rajrachana28@outlook.com" userId="7382361e1ea6c59c" providerId="LiveId" clId="{D67A3B6E-983C-43EA-AA47-635BA67044FC}" dt="2025-06-21T07:58:32.545" v="2152"/>
        <pc:sldMkLst>
          <pc:docMk/>
          <pc:sldMk cId="1290796285" sldId="271"/>
        </pc:sldMkLst>
        <pc:picChg chg="add mod">
          <ac:chgData name="rajrachana28@outlook.com" userId="7382361e1ea6c59c" providerId="LiveId" clId="{D67A3B6E-983C-43EA-AA47-635BA67044FC}" dt="2025-06-21T07:58:32.545" v="2152"/>
          <ac:picMkLst>
            <pc:docMk/>
            <pc:sldMk cId="1290796285" sldId="271"/>
            <ac:picMk id="3" creationId="{59EE903A-8CF9-E2A9-C7D4-E5C73C561481}"/>
          </ac:picMkLst>
        </pc:picChg>
      </pc:sldChg>
      <pc:sldChg chg="addSp modSp new mod">
        <pc:chgData name="rajrachana28@outlook.com" userId="7382361e1ea6c59c" providerId="LiveId" clId="{D67A3B6E-983C-43EA-AA47-635BA67044FC}" dt="2025-06-23T06:00:28.008" v="3517" actId="1076"/>
        <pc:sldMkLst>
          <pc:docMk/>
          <pc:sldMk cId="240682174" sldId="272"/>
        </pc:sldMkLst>
        <pc:spChg chg="add mod">
          <ac:chgData name="rajrachana28@outlook.com" userId="7382361e1ea6c59c" providerId="LiveId" clId="{D67A3B6E-983C-43EA-AA47-635BA67044FC}" dt="2025-06-23T06:00:15.934" v="3516" actId="1076"/>
          <ac:spMkLst>
            <pc:docMk/>
            <pc:sldMk cId="240682174" sldId="272"/>
            <ac:spMk id="2" creationId="{4A25A79B-F2C2-B03D-BD5E-893D8FCA3336}"/>
          </ac:spMkLst>
        </pc:spChg>
        <pc:spChg chg="add mod">
          <ac:chgData name="rajrachana28@outlook.com" userId="7382361e1ea6c59c" providerId="LiveId" clId="{D67A3B6E-983C-43EA-AA47-635BA67044FC}" dt="2025-06-23T06:00:28.008" v="3517" actId="1076"/>
          <ac:spMkLst>
            <pc:docMk/>
            <pc:sldMk cId="240682174" sldId="272"/>
            <ac:spMk id="3" creationId="{F898CFB7-02A0-391B-470D-A2515C0C0B0E}"/>
          </ac:spMkLst>
        </pc:spChg>
      </pc:sldChg>
      <pc:sldChg chg="addSp modSp new mod">
        <pc:chgData name="rajrachana28@outlook.com" userId="7382361e1ea6c59c" providerId="LiveId" clId="{D67A3B6E-983C-43EA-AA47-635BA67044FC}" dt="2025-06-20T12:40:48.559" v="50" actId="207"/>
        <pc:sldMkLst>
          <pc:docMk/>
          <pc:sldMk cId="1571773476" sldId="273"/>
        </pc:sldMkLst>
        <pc:spChg chg="add mod">
          <ac:chgData name="rajrachana28@outlook.com" userId="7382361e1ea6c59c" providerId="LiveId" clId="{D67A3B6E-983C-43EA-AA47-635BA67044FC}" dt="2025-06-20T12:40:48.559" v="50" actId="207"/>
          <ac:spMkLst>
            <pc:docMk/>
            <pc:sldMk cId="1571773476" sldId="273"/>
            <ac:spMk id="3" creationId="{6A9A7D63-D20C-7C79-D778-9FF00750BCC0}"/>
          </ac:spMkLst>
        </pc:spChg>
      </pc:sldChg>
      <pc:sldChg chg="addSp modSp new mod ord">
        <pc:chgData name="rajrachana28@outlook.com" userId="7382361e1ea6c59c" providerId="LiveId" clId="{D67A3B6E-983C-43EA-AA47-635BA67044FC}" dt="2025-06-23T07:06:20.280" v="3618"/>
        <pc:sldMkLst>
          <pc:docMk/>
          <pc:sldMk cId="534091038" sldId="274"/>
        </pc:sldMkLst>
        <pc:picChg chg="add mod">
          <ac:chgData name="rajrachana28@outlook.com" userId="7382361e1ea6c59c" providerId="LiveId" clId="{D67A3B6E-983C-43EA-AA47-635BA67044FC}" dt="2025-06-23T07:04:29.544" v="3616" actId="14100"/>
          <ac:picMkLst>
            <pc:docMk/>
            <pc:sldMk cId="534091038" sldId="274"/>
            <ac:picMk id="3" creationId="{9404018F-69B4-52B0-FB35-DE241FA699CB}"/>
          </ac:picMkLst>
        </pc:picChg>
      </pc:sldChg>
      <pc:sldChg chg="new del ord">
        <pc:chgData name="rajrachana28@outlook.com" userId="7382361e1ea6c59c" providerId="LiveId" clId="{D67A3B6E-983C-43EA-AA47-635BA67044FC}" dt="2025-06-23T06:08:26.096" v="3565" actId="2696"/>
        <pc:sldMkLst>
          <pc:docMk/>
          <pc:sldMk cId="1811087994" sldId="274"/>
        </pc:sldMkLst>
      </pc:sldChg>
      <pc:sldChg chg="new del">
        <pc:chgData name="rajrachana28@outlook.com" userId="7382361e1ea6c59c" providerId="LiveId" clId="{D67A3B6E-983C-43EA-AA47-635BA67044FC}" dt="2025-06-23T06:08:29.394" v="3566" actId="2696"/>
        <pc:sldMkLst>
          <pc:docMk/>
          <pc:sldMk cId="34119536" sldId="275"/>
        </pc:sldMkLst>
      </pc:sldChg>
      <pc:sldChg chg="new del">
        <pc:chgData name="rajrachana28@outlook.com" userId="7382361e1ea6c59c" providerId="LiveId" clId="{D67A3B6E-983C-43EA-AA47-635BA67044FC}" dt="2025-06-23T06:09:14.181" v="3609" actId="47"/>
        <pc:sldMkLst>
          <pc:docMk/>
          <pc:sldMk cId="3622381519" sldId="276"/>
        </pc:sldMkLst>
      </pc:sldChg>
      <pc:sldChg chg="new del">
        <pc:chgData name="rajrachana28@outlook.com" userId="7382361e1ea6c59c" providerId="LiveId" clId="{D67A3B6E-983C-43EA-AA47-635BA67044FC}" dt="2025-06-23T06:09:07.861" v="3602" actId="47"/>
        <pc:sldMkLst>
          <pc:docMk/>
          <pc:sldMk cId="3864186848" sldId="277"/>
        </pc:sldMkLst>
      </pc:sldChg>
      <pc:sldChg chg="new del">
        <pc:chgData name="rajrachana28@outlook.com" userId="7382361e1ea6c59c" providerId="LiveId" clId="{D67A3B6E-983C-43EA-AA47-635BA67044FC}" dt="2025-06-23T06:09:08.733" v="3603" actId="47"/>
        <pc:sldMkLst>
          <pc:docMk/>
          <pc:sldMk cId="1098261919" sldId="278"/>
        </pc:sldMkLst>
      </pc:sldChg>
      <pc:sldChg chg="new del">
        <pc:chgData name="rajrachana28@outlook.com" userId="7382361e1ea6c59c" providerId="LiveId" clId="{D67A3B6E-983C-43EA-AA47-635BA67044FC}" dt="2025-06-23T06:09:09.191" v="3604" actId="47"/>
        <pc:sldMkLst>
          <pc:docMk/>
          <pc:sldMk cId="2100261099" sldId="279"/>
        </pc:sldMkLst>
      </pc:sldChg>
      <pc:sldChg chg="new del">
        <pc:chgData name="rajrachana28@outlook.com" userId="7382361e1ea6c59c" providerId="LiveId" clId="{D67A3B6E-983C-43EA-AA47-635BA67044FC}" dt="2025-06-23T06:09:09.582" v="3605" actId="47"/>
        <pc:sldMkLst>
          <pc:docMk/>
          <pc:sldMk cId="2176289659" sldId="280"/>
        </pc:sldMkLst>
      </pc:sldChg>
      <pc:sldChg chg="new del">
        <pc:chgData name="rajrachana28@outlook.com" userId="7382361e1ea6c59c" providerId="LiveId" clId="{D67A3B6E-983C-43EA-AA47-635BA67044FC}" dt="2025-06-23T06:09:10.009" v="3606" actId="47"/>
        <pc:sldMkLst>
          <pc:docMk/>
          <pc:sldMk cId="1659287360" sldId="281"/>
        </pc:sldMkLst>
      </pc:sldChg>
      <pc:sldChg chg="new del">
        <pc:chgData name="rajrachana28@outlook.com" userId="7382361e1ea6c59c" providerId="LiveId" clId="{D67A3B6E-983C-43EA-AA47-635BA67044FC}" dt="2025-06-23T06:08:35.138" v="3567" actId="2696"/>
        <pc:sldMkLst>
          <pc:docMk/>
          <pc:sldMk cId="2693159921" sldId="282"/>
        </pc:sldMkLst>
      </pc:sldChg>
      <pc:sldChg chg="new del">
        <pc:chgData name="rajrachana28@outlook.com" userId="7382361e1ea6c59c" providerId="LiveId" clId="{D67A3B6E-983C-43EA-AA47-635BA67044FC}" dt="2025-06-23T06:08:38.564" v="3568" actId="2696"/>
        <pc:sldMkLst>
          <pc:docMk/>
          <pc:sldMk cId="676840780" sldId="283"/>
        </pc:sldMkLst>
      </pc:sldChg>
      <pc:sldChg chg="new del">
        <pc:chgData name="rajrachana28@outlook.com" userId="7382361e1ea6c59c" providerId="LiveId" clId="{D67A3B6E-983C-43EA-AA47-635BA67044FC}" dt="2025-06-23T06:09:10.377" v="3607" actId="47"/>
        <pc:sldMkLst>
          <pc:docMk/>
          <pc:sldMk cId="1436679612" sldId="284"/>
        </pc:sldMkLst>
      </pc:sldChg>
      <pc:sldChg chg="new del">
        <pc:chgData name="rajrachana28@outlook.com" userId="7382361e1ea6c59c" providerId="LiveId" clId="{D67A3B6E-983C-43EA-AA47-635BA67044FC}" dt="2025-06-23T06:08:45.065" v="3572" actId="47"/>
        <pc:sldMkLst>
          <pc:docMk/>
          <pc:sldMk cId="1377166147" sldId="285"/>
        </pc:sldMkLst>
      </pc:sldChg>
      <pc:sldChg chg="new del">
        <pc:chgData name="rajrachana28@outlook.com" userId="7382361e1ea6c59c" providerId="LiveId" clId="{D67A3B6E-983C-43EA-AA47-635BA67044FC}" dt="2025-06-23T06:08:45.594" v="3573" actId="47"/>
        <pc:sldMkLst>
          <pc:docMk/>
          <pc:sldMk cId="1363011167" sldId="286"/>
        </pc:sldMkLst>
      </pc:sldChg>
      <pc:sldChg chg="new del">
        <pc:chgData name="rajrachana28@outlook.com" userId="7382361e1ea6c59c" providerId="LiveId" clId="{D67A3B6E-983C-43EA-AA47-635BA67044FC}" dt="2025-06-23T06:08:46.299" v="3574" actId="47"/>
        <pc:sldMkLst>
          <pc:docMk/>
          <pc:sldMk cId="3113211507" sldId="287"/>
        </pc:sldMkLst>
      </pc:sldChg>
      <pc:sldChg chg="new del">
        <pc:chgData name="rajrachana28@outlook.com" userId="7382361e1ea6c59c" providerId="LiveId" clId="{D67A3B6E-983C-43EA-AA47-635BA67044FC}" dt="2025-06-23T06:08:47.167" v="3575" actId="47"/>
        <pc:sldMkLst>
          <pc:docMk/>
          <pc:sldMk cId="498270935" sldId="288"/>
        </pc:sldMkLst>
      </pc:sldChg>
      <pc:sldChg chg="new del">
        <pc:chgData name="rajrachana28@outlook.com" userId="7382361e1ea6c59c" providerId="LiveId" clId="{D67A3B6E-983C-43EA-AA47-635BA67044FC}" dt="2025-06-23T06:08:47.821" v="3576" actId="47"/>
        <pc:sldMkLst>
          <pc:docMk/>
          <pc:sldMk cId="178332325" sldId="289"/>
        </pc:sldMkLst>
      </pc:sldChg>
      <pc:sldChg chg="new del">
        <pc:chgData name="rajrachana28@outlook.com" userId="7382361e1ea6c59c" providerId="LiveId" clId="{D67A3B6E-983C-43EA-AA47-635BA67044FC}" dt="2025-06-23T06:08:48.248" v="3577" actId="47"/>
        <pc:sldMkLst>
          <pc:docMk/>
          <pc:sldMk cId="1819992445" sldId="290"/>
        </pc:sldMkLst>
      </pc:sldChg>
      <pc:sldChg chg="new del">
        <pc:chgData name="rajrachana28@outlook.com" userId="7382361e1ea6c59c" providerId="LiveId" clId="{D67A3B6E-983C-43EA-AA47-635BA67044FC}" dt="2025-06-23T06:08:48.790" v="3578" actId="47"/>
        <pc:sldMkLst>
          <pc:docMk/>
          <pc:sldMk cId="827601406" sldId="291"/>
        </pc:sldMkLst>
      </pc:sldChg>
      <pc:sldChg chg="new del">
        <pc:chgData name="rajrachana28@outlook.com" userId="7382361e1ea6c59c" providerId="LiveId" clId="{D67A3B6E-983C-43EA-AA47-635BA67044FC}" dt="2025-06-23T06:08:49.391" v="3579" actId="47"/>
        <pc:sldMkLst>
          <pc:docMk/>
          <pc:sldMk cId="2441368038" sldId="292"/>
        </pc:sldMkLst>
      </pc:sldChg>
      <pc:sldChg chg="new del">
        <pc:chgData name="rajrachana28@outlook.com" userId="7382361e1ea6c59c" providerId="LiveId" clId="{D67A3B6E-983C-43EA-AA47-635BA67044FC}" dt="2025-06-23T06:08:49.671" v="3580" actId="47"/>
        <pc:sldMkLst>
          <pc:docMk/>
          <pc:sldMk cId="4108714742" sldId="293"/>
        </pc:sldMkLst>
      </pc:sldChg>
      <pc:sldChg chg="new del">
        <pc:chgData name="rajrachana28@outlook.com" userId="7382361e1ea6c59c" providerId="LiveId" clId="{D67A3B6E-983C-43EA-AA47-635BA67044FC}" dt="2025-06-23T06:08:49.988" v="3581" actId="47"/>
        <pc:sldMkLst>
          <pc:docMk/>
          <pc:sldMk cId="3582045456" sldId="294"/>
        </pc:sldMkLst>
      </pc:sldChg>
      <pc:sldChg chg="new del">
        <pc:chgData name="rajrachana28@outlook.com" userId="7382361e1ea6c59c" providerId="LiveId" clId="{D67A3B6E-983C-43EA-AA47-635BA67044FC}" dt="2025-06-23T06:08:50.327" v="3582" actId="47"/>
        <pc:sldMkLst>
          <pc:docMk/>
          <pc:sldMk cId="2650362454" sldId="295"/>
        </pc:sldMkLst>
      </pc:sldChg>
      <pc:sldChg chg="new del">
        <pc:chgData name="rajrachana28@outlook.com" userId="7382361e1ea6c59c" providerId="LiveId" clId="{D67A3B6E-983C-43EA-AA47-635BA67044FC}" dt="2025-06-23T06:08:50.627" v="3583" actId="47"/>
        <pc:sldMkLst>
          <pc:docMk/>
          <pc:sldMk cId="1484869359" sldId="296"/>
        </pc:sldMkLst>
      </pc:sldChg>
      <pc:sldChg chg="new del">
        <pc:chgData name="rajrachana28@outlook.com" userId="7382361e1ea6c59c" providerId="LiveId" clId="{D67A3B6E-983C-43EA-AA47-635BA67044FC}" dt="2025-06-23T06:08:51.074" v="3584" actId="47"/>
        <pc:sldMkLst>
          <pc:docMk/>
          <pc:sldMk cId="2123103074" sldId="297"/>
        </pc:sldMkLst>
      </pc:sldChg>
      <pc:sldChg chg="new del">
        <pc:chgData name="rajrachana28@outlook.com" userId="7382361e1ea6c59c" providerId="LiveId" clId="{D67A3B6E-983C-43EA-AA47-635BA67044FC}" dt="2025-06-23T06:08:51.461" v="3585" actId="47"/>
        <pc:sldMkLst>
          <pc:docMk/>
          <pc:sldMk cId="1463228461" sldId="298"/>
        </pc:sldMkLst>
      </pc:sldChg>
      <pc:sldChg chg="new del">
        <pc:chgData name="rajrachana28@outlook.com" userId="7382361e1ea6c59c" providerId="LiveId" clId="{D67A3B6E-983C-43EA-AA47-635BA67044FC}" dt="2025-06-23T06:08:51.762" v="3586" actId="47"/>
        <pc:sldMkLst>
          <pc:docMk/>
          <pc:sldMk cId="1083142088" sldId="299"/>
        </pc:sldMkLst>
      </pc:sldChg>
      <pc:sldChg chg="new del">
        <pc:chgData name="rajrachana28@outlook.com" userId="7382361e1ea6c59c" providerId="LiveId" clId="{D67A3B6E-983C-43EA-AA47-635BA67044FC}" dt="2025-06-23T06:08:52.069" v="3587" actId="47"/>
        <pc:sldMkLst>
          <pc:docMk/>
          <pc:sldMk cId="583665205" sldId="300"/>
        </pc:sldMkLst>
      </pc:sldChg>
      <pc:sldChg chg="new del">
        <pc:chgData name="rajrachana28@outlook.com" userId="7382361e1ea6c59c" providerId="LiveId" clId="{D67A3B6E-983C-43EA-AA47-635BA67044FC}" dt="2025-06-23T06:08:52.654" v="3588" actId="47"/>
        <pc:sldMkLst>
          <pc:docMk/>
          <pc:sldMk cId="181130192" sldId="301"/>
        </pc:sldMkLst>
      </pc:sldChg>
      <pc:sldChg chg="new del">
        <pc:chgData name="rajrachana28@outlook.com" userId="7382361e1ea6c59c" providerId="LiveId" clId="{D67A3B6E-983C-43EA-AA47-635BA67044FC}" dt="2025-06-23T06:08:52.912" v="3589" actId="47"/>
        <pc:sldMkLst>
          <pc:docMk/>
          <pc:sldMk cId="2491211419" sldId="302"/>
        </pc:sldMkLst>
      </pc:sldChg>
      <pc:sldChg chg="new del">
        <pc:chgData name="rajrachana28@outlook.com" userId="7382361e1ea6c59c" providerId="LiveId" clId="{D67A3B6E-983C-43EA-AA47-635BA67044FC}" dt="2025-06-23T06:08:53.355" v="3590" actId="47"/>
        <pc:sldMkLst>
          <pc:docMk/>
          <pc:sldMk cId="2364159885" sldId="303"/>
        </pc:sldMkLst>
      </pc:sldChg>
      <pc:sldChg chg="new del">
        <pc:chgData name="rajrachana28@outlook.com" userId="7382361e1ea6c59c" providerId="LiveId" clId="{D67A3B6E-983C-43EA-AA47-635BA67044FC}" dt="2025-06-23T06:08:53.868" v="3591" actId="47"/>
        <pc:sldMkLst>
          <pc:docMk/>
          <pc:sldMk cId="2930435399" sldId="304"/>
        </pc:sldMkLst>
      </pc:sldChg>
      <pc:sldChg chg="new del">
        <pc:chgData name="rajrachana28@outlook.com" userId="7382361e1ea6c59c" providerId="LiveId" clId="{D67A3B6E-983C-43EA-AA47-635BA67044FC}" dt="2025-06-23T06:08:54.359" v="3592" actId="47"/>
        <pc:sldMkLst>
          <pc:docMk/>
          <pc:sldMk cId="2595385631" sldId="305"/>
        </pc:sldMkLst>
      </pc:sldChg>
      <pc:sldChg chg="new del">
        <pc:chgData name="rajrachana28@outlook.com" userId="7382361e1ea6c59c" providerId="LiveId" clId="{D67A3B6E-983C-43EA-AA47-635BA67044FC}" dt="2025-06-23T06:08:54.896" v="3593" actId="47"/>
        <pc:sldMkLst>
          <pc:docMk/>
          <pc:sldMk cId="2207095898" sldId="306"/>
        </pc:sldMkLst>
      </pc:sldChg>
      <pc:sldChg chg="new del">
        <pc:chgData name="rajrachana28@outlook.com" userId="7382361e1ea6c59c" providerId="LiveId" clId="{D67A3B6E-983C-43EA-AA47-635BA67044FC}" dt="2025-06-23T06:08:55.358" v="3594" actId="47"/>
        <pc:sldMkLst>
          <pc:docMk/>
          <pc:sldMk cId="380940353" sldId="307"/>
        </pc:sldMkLst>
      </pc:sldChg>
      <pc:sldChg chg="new del">
        <pc:chgData name="rajrachana28@outlook.com" userId="7382361e1ea6c59c" providerId="LiveId" clId="{D67A3B6E-983C-43EA-AA47-635BA67044FC}" dt="2025-06-23T06:08:55.811" v="3595" actId="47"/>
        <pc:sldMkLst>
          <pc:docMk/>
          <pc:sldMk cId="3705076736" sldId="308"/>
        </pc:sldMkLst>
      </pc:sldChg>
      <pc:sldChg chg="new del">
        <pc:chgData name="rajrachana28@outlook.com" userId="7382361e1ea6c59c" providerId="LiveId" clId="{D67A3B6E-983C-43EA-AA47-635BA67044FC}" dt="2025-06-23T06:08:56.215" v="3596" actId="47"/>
        <pc:sldMkLst>
          <pc:docMk/>
          <pc:sldMk cId="2708099756" sldId="309"/>
        </pc:sldMkLst>
      </pc:sldChg>
      <pc:sldChg chg="new del">
        <pc:chgData name="rajrachana28@outlook.com" userId="7382361e1ea6c59c" providerId="LiveId" clId="{D67A3B6E-983C-43EA-AA47-635BA67044FC}" dt="2025-06-23T06:08:56.574" v="3597" actId="47"/>
        <pc:sldMkLst>
          <pc:docMk/>
          <pc:sldMk cId="1531460052" sldId="310"/>
        </pc:sldMkLst>
      </pc:sldChg>
      <pc:sldChg chg="new del">
        <pc:chgData name="rajrachana28@outlook.com" userId="7382361e1ea6c59c" providerId="LiveId" clId="{D67A3B6E-983C-43EA-AA47-635BA67044FC}" dt="2025-06-23T06:08:56.932" v="3598" actId="47"/>
        <pc:sldMkLst>
          <pc:docMk/>
          <pc:sldMk cId="4067837040" sldId="311"/>
        </pc:sldMkLst>
      </pc:sldChg>
      <pc:sldChg chg="new del">
        <pc:chgData name="rajrachana28@outlook.com" userId="7382361e1ea6c59c" providerId="LiveId" clId="{D67A3B6E-983C-43EA-AA47-635BA67044FC}" dt="2025-06-23T06:08:57.298" v="3599" actId="47"/>
        <pc:sldMkLst>
          <pc:docMk/>
          <pc:sldMk cId="3529809400" sldId="312"/>
        </pc:sldMkLst>
      </pc:sldChg>
      <pc:sldChg chg="new del">
        <pc:chgData name="rajrachana28@outlook.com" userId="7382361e1ea6c59c" providerId="LiveId" clId="{D67A3B6E-983C-43EA-AA47-635BA67044FC}" dt="2025-06-23T06:08:57.665" v="3600" actId="47"/>
        <pc:sldMkLst>
          <pc:docMk/>
          <pc:sldMk cId="3665272557" sldId="313"/>
        </pc:sldMkLst>
      </pc:sldChg>
      <pc:sldChg chg="new del">
        <pc:chgData name="rajrachana28@outlook.com" userId="7382361e1ea6c59c" providerId="LiveId" clId="{D67A3B6E-983C-43EA-AA47-635BA67044FC}" dt="2025-06-23T06:08:59.661" v="3601" actId="47"/>
        <pc:sldMkLst>
          <pc:docMk/>
          <pc:sldMk cId="880589983" sldId="314"/>
        </pc:sldMkLst>
      </pc:sldChg>
      <pc:sldChg chg="new del">
        <pc:chgData name="rajrachana28@outlook.com" userId="7382361e1ea6c59c" providerId="LiveId" clId="{D67A3B6E-983C-43EA-AA47-635BA67044FC}" dt="2025-06-23T06:07:53.821" v="3561" actId="2696"/>
        <pc:sldMkLst>
          <pc:docMk/>
          <pc:sldMk cId="2679515805" sldId="315"/>
        </pc:sldMkLst>
      </pc:sldChg>
      <pc:sldChg chg="new del">
        <pc:chgData name="rajrachana28@outlook.com" userId="7382361e1ea6c59c" providerId="LiveId" clId="{D67A3B6E-983C-43EA-AA47-635BA67044FC}" dt="2025-06-23T06:09:11.434" v="3608" actId="47"/>
        <pc:sldMkLst>
          <pc:docMk/>
          <pc:sldMk cId="3708599288" sldId="315"/>
        </pc:sldMkLst>
      </pc:sldChg>
      <pc:sldChg chg="new del">
        <pc:chgData name="rajrachana28@outlook.com" userId="7382361e1ea6c59c" providerId="LiveId" clId="{D67A3B6E-983C-43EA-AA47-635BA67044FC}" dt="2025-06-23T06:08:43.676" v="3571" actId="47"/>
        <pc:sldMkLst>
          <pc:docMk/>
          <pc:sldMk cId="1541095177" sldId="316"/>
        </pc:sldMkLst>
      </pc:sldChg>
      <pc:sldChg chg="new del">
        <pc:chgData name="rajrachana28@outlook.com" userId="7382361e1ea6c59c" providerId="LiveId" clId="{D67A3B6E-983C-43EA-AA47-635BA67044FC}" dt="2025-06-23T06:07:58.478" v="3562" actId="2696"/>
        <pc:sldMkLst>
          <pc:docMk/>
          <pc:sldMk cId="1584841611" sldId="316"/>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6/24/2025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6/24/2025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hyperlink" Target="https://public.tableau.com/views/TABLEAU_17472852256310/BankingAnalyticsDashoard" TargetMode="External"/><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7C33A-BE20-CEAA-B00D-560B243A2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58339-D9AF-3655-E570-9EB91033915A}"/>
              </a:ext>
            </a:extLst>
          </p:cNvPr>
          <p:cNvSpPr>
            <a:spLocks noGrp="1"/>
          </p:cNvSpPr>
          <p:nvPr>
            <p:ph type="ctrTitle"/>
          </p:nvPr>
        </p:nvSpPr>
        <p:spPr>
          <a:xfrm>
            <a:off x="2425046" y="1546534"/>
            <a:ext cx="6833937" cy="802106"/>
          </a:xfrm>
        </p:spPr>
        <p:txBody>
          <a:bodyPr>
            <a:normAutofit/>
          </a:bodyPr>
          <a:lstStyle/>
          <a:p>
            <a:r>
              <a:rPr lang="en-US" sz="3200" dirty="0"/>
              <a:t> Hr. analytics</a:t>
            </a:r>
          </a:p>
        </p:txBody>
      </p:sp>
      <p:pic>
        <p:nvPicPr>
          <p:cNvPr id="4" name="Picture 3">
            <a:extLst>
              <a:ext uri="{FF2B5EF4-FFF2-40B4-BE49-F238E27FC236}">
                <a16:creationId xmlns:a16="http://schemas.microsoft.com/office/drawing/2014/main" id="{7DBDF419-E1EF-3661-F88B-A0F7A3C819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5046" y="-1"/>
            <a:ext cx="3388900" cy="1626253"/>
          </a:xfrm>
          <a:prstGeom prst="rect">
            <a:avLst/>
          </a:prstGeom>
        </p:spPr>
      </p:pic>
      <p:sp>
        <p:nvSpPr>
          <p:cNvPr id="3" name="Freeform: Shape 2">
            <a:extLst>
              <a:ext uri="{FF2B5EF4-FFF2-40B4-BE49-F238E27FC236}">
                <a16:creationId xmlns:a16="http://schemas.microsoft.com/office/drawing/2014/main" id="{B2B90620-ECF8-6B71-40C1-E57435B696F8}"/>
              </a:ext>
            </a:extLst>
          </p:cNvPr>
          <p:cNvSpPr/>
          <p:nvPr/>
        </p:nvSpPr>
        <p:spPr>
          <a:xfrm rot="16200000">
            <a:off x="8292589" y="3268674"/>
            <a:ext cx="301660" cy="484425"/>
          </a:xfrm>
          <a:custGeom>
            <a:avLst/>
            <a:gdLst>
              <a:gd name="connsiteX0" fmla="*/ 0 w 301660"/>
              <a:gd name="connsiteY0" fmla="*/ 96885 h 484425"/>
              <a:gd name="connsiteX1" fmla="*/ 150830 w 301660"/>
              <a:gd name="connsiteY1" fmla="*/ 96885 h 484425"/>
              <a:gd name="connsiteX2" fmla="*/ 150830 w 301660"/>
              <a:gd name="connsiteY2" fmla="*/ 0 h 484425"/>
              <a:gd name="connsiteX3" fmla="*/ 301660 w 301660"/>
              <a:gd name="connsiteY3" fmla="*/ 242213 h 484425"/>
              <a:gd name="connsiteX4" fmla="*/ 150830 w 301660"/>
              <a:gd name="connsiteY4" fmla="*/ 484425 h 484425"/>
              <a:gd name="connsiteX5" fmla="*/ 150830 w 301660"/>
              <a:gd name="connsiteY5" fmla="*/ 387540 h 484425"/>
              <a:gd name="connsiteX6" fmla="*/ 0 w 301660"/>
              <a:gd name="connsiteY6" fmla="*/ 387540 h 484425"/>
              <a:gd name="connsiteX7" fmla="*/ 0 w 301660"/>
              <a:gd name="connsiteY7" fmla="*/ 96885 h 48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660" h="484425">
                <a:moveTo>
                  <a:pt x="0" y="96885"/>
                </a:moveTo>
                <a:lnTo>
                  <a:pt x="150830" y="96885"/>
                </a:lnTo>
                <a:lnTo>
                  <a:pt x="150830" y="0"/>
                </a:lnTo>
                <a:lnTo>
                  <a:pt x="301660" y="242213"/>
                </a:lnTo>
                <a:lnTo>
                  <a:pt x="150830" y="484425"/>
                </a:lnTo>
                <a:lnTo>
                  <a:pt x="150830" y="387540"/>
                </a:lnTo>
                <a:lnTo>
                  <a:pt x="0" y="387540"/>
                </a:lnTo>
                <a:lnTo>
                  <a:pt x="0" y="9688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96884" rIns="90498" bIns="96885" numCol="1" spcCol="1270" anchor="ctr" anchorCtr="0">
            <a:noAutofit/>
          </a:bodyPr>
          <a:lstStyle/>
          <a:p>
            <a:pPr marL="0" lvl="0" indent="0" algn="ctr" defTabSz="1022350">
              <a:lnSpc>
                <a:spcPct val="90000"/>
              </a:lnSpc>
              <a:spcBef>
                <a:spcPct val="0"/>
              </a:spcBef>
              <a:spcAft>
                <a:spcPct val="35000"/>
              </a:spcAft>
              <a:buNone/>
            </a:pPr>
            <a:endParaRPr lang="en-US" sz="2300" kern="1200"/>
          </a:p>
        </p:txBody>
      </p:sp>
      <p:sp>
        <p:nvSpPr>
          <p:cNvPr id="5" name="Freeform: Shape 4">
            <a:extLst>
              <a:ext uri="{FF2B5EF4-FFF2-40B4-BE49-F238E27FC236}">
                <a16:creationId xmlns:a16="http://schemas.microsoft.com/office/drawing/2014/main" id="{EED68D5F-5D0B-1F07-8C90-2379BAE386F6}"/>
              </a:ext>
            </a:extLst>
          </p:cNvPr>
          <p:cNvSpPr/>
          <p:nvPr/>
        </p:nvSpPr>
        <p:spPr>
          <a:xfrm>
            <a:off x="7731029" y="2798496"/>
            <a:ext cx="1424781" cy="1424781"/>
          </a:xfrm>
          <a:custGeom>
            <a:avLst/>
            <a:gdLst>
              <a:gd name="connsiteX0" fmla="*/ 0 w 1424781"/>
              <a:gd name="connsiteY0" fmla="*/ 712391 h 1424781"/>
              <a:gd name="connsiteX1" fmla="*/ 712391 w 1424781"/>
              <a:gd name="connsiteY1" fmla="*/ 0 h 1424781"/>
              <a:gd name="connsiteX2" fmla="*/ 1424782 w 1424781"/>
              <a:gd name="connsiteY2" fmla="*/ 712391 h 1424781"/>
              <a:gd name="connsiteX3" fmla="*/ 712391 w 1424781"/>
              <a:gd name="connsiteY3" fmla="*/ 1424782 h 1424781"/>
              <a:gd name="connsiteX4" fmla="*/ 0 w 1424781"/>
              <a:gd name="connsiteY4" fmla="*/ 712391 h 142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81" h="1424781">
                <a:moveTo>
                  <a:pt x="0" y="712391"/>
                </a:moveTo>
                <a:cubicBezTo>
                  <a:pt x="0" y="318948"/>
                  <a:pt x="318948" y="0"/>
                  <a:pt x="712391" y="0"/>
                </a:cubicBezTo>
                <a:cubicBezTo>
                  <a:pt x="1105834" y="0"/>
                  <a:pt x="1424782" y="318948"/>
                  <a:pt x="1424782" y="712391"/>
                </a:cubicBezTo>
                <a:cubicBezTo>
                  <a:pt x="1424782" y="1105834"/>
                  <a:pt x="1105834" y="1424782"/>
                  <a:pt x="712391" y="1424782"/>
                </a:cubicBezTo>
                <a:cubicBezTo>
                  <a:pt x="318948" y="1424782"/>
                  <a:pt x="0" y="1105834"/>
                  <a:pt x="0" y="712391"/>
                </a:cubicBezTo>
                <a:close/>
              </a:path>
            </a:pathLst>
          </a:custGeom>
          <a:solidFill>
            <a:schemeClr val="bg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0564" tIns="250564" rIns="250564" bIns="250564" numCol="1" spcCol="1270" anchor="ctr" anchorCtr="0">
            <a:noAutofit/>
          </a:bodyPr>
          <a:lstStyle/>
          <a:p>
            <a:pPr lvl="0" algn="ctr" defTabSz="1466850">
              <a:lnSpc>
                <a:spcPct val="90000"/>
              </a:lnSpc>
              <a:spcBef>
                <a:spcPct val="0"/>
              </a:spcBef>
              <a:spcAft>
                <a:spcPct val="35000"/>
              </a:spcAft>
            </a:pPr>
            <a:r>
              <a:rPr lang="en-IN" sz="1600" dirty="0">
                <a:solidFill>
                  <a:schemeClr val="bg1"/>
                </a:solidFill>
              </a:rPr>
              <a:t>Rachana</a:t>
            </a:r>
            <a:endParaRPr lang="en-US" kern="1200" dirty="0">
              <a:solidFill>
                <a:schemeClr val="bg1"/>
              </a:solidFill>
            </a:endParaRPr>
          </a:p>
        </p:txBody>
      </p:sp>
      <p:sp>
        <p:nvSpPr>
          <p:cNvPr id="6" name="Freeform: Shape 5">
            <a:extLst>
              <a:ext uri="{FF2B5EF4-FFF2-40B4-BE49-F238E27FC236}">
                <a16:creationId xmlns:a16="http://schemas.microsoft.com/office/drawing/2014/main" id="{38563042-0E2E-08BF-5D99-F1CCAF7A7E67}"/>
              </a:ext>
            </a:extLst>
          </p:cNvPr>
          <p:cNvSpPr/>
          <p:nvPr/>
        </p:nvSpPr>
        <p:spPr>
          <a:xfrm>
            <a:off x="8292589" y="3268674"/>
            <a:ext cx="301660" cy="484425"/>
          </a:xfrm>
          <a:custGeom>
            <a:avLst/>
            <a:gdLst>
              <a:gd name="connsiteX0" fmla="*/ 0 w 301660"/>
              <a:gd name="connsiteY0" fmla="*/ 96885 h 484425"/>
              <a:gd name="connsiteX1" fmla="*/ 150830 w 301660"/>
              <a:gd name="connsiteY1" fmla="*/ 96885 h 484425"/>
              <a:gd name="connsiteX2" fmla="*/ 150830 w 301660"/>
              <a:gd name="connsiteY2" fmla="*/ 0 h 484425"/>
              <a:gd name="connsiteX3" fmla="*/ 301660 w 301660"/>
              <a:gd name="connsiteY3" fmla="*/ 242213 h 484425"/>
              <a:gd name="connsiteX4" fmla="*/ 150830 w 301660"/>
              <a:gd name="connsiteY4" fmla="*/ 484425 h 484425"/>
              <a:gd name="connsiteX5" fmla="*/ 150830 w 301660"/>
              <a:gd name="connsiteY5" fmla="*/ 387540 h 484425"/>
              <a:gd name="connsiteX6" fmla="*/ 0 w 301660"/>
              <a:gd name="connsiteY6" fmla="*/ 387540 h 484425"/>
              <a:gd name="connsiteX7" fmla="*/ 0 w 301660"/>
              <a:gd name="connsiteY7" fmla="*/ 96885 h 48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660" h="484425">
                <a:moveTo>
                  <a:pt x="0" y="96885"/>
                </a:moveTo>
                <a:lnTo>
                  <a:pt x="150830" y="96885"/>
                </a:lnTo>
                <a:lnTo>
                  <a:pt x="150830" y="0"/>
                </a:lnTo>
                <a:lnTo>
                  <a:pt x="301660" y="242213"/>
                </a:lnTo>
                <a:lnTo>
                  <a:pt x="150830" y="484425"/>
                </a:lnTo>
                <a:lnTo>
                  <a:pt x="150830" y="387540"/>
                </a:lnTo>
                <a:lnTo>
                  <a:pt x="0" y="387540"/>
                </a:lnTo>
                <a:lnTo>
                  <a:pt x="0" y="9688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96885" rIns="90498" bIns="96885" numCol="1" spcCol="1270" anchor="ctr" anchorCtr="0">
            <a:noAutofit/>
          </a:bodyPr>
          <a:lstStyle/>
          <a:p>
            <a:pPr marL="0" lvl="0" indent="0" algn="ctr" defTabSz="1022350">
              <a:lnSpc>
                <a:spcPct val="90000"/>
              </a:lnSpc>
              <a:spcBef>
                <a:spcPct val="0"/>
              </a:spcBef>
              <a:spcAft>
                <a:spcPct val="35000"/>
              </a:spcAft>
              <a:buNone/>
            </a:pPr>
            <a:endParaRPr lang="en-US" sz="2300" kern="1200"/>
          </a:p>
        </p:txBody>
      </p:sp>
      <p:sp>
        <p:nvSpPr>
          <p:cNvPr id="7" name="Freeform: Shape 6">
            <a:extLst>
              <a:ext uri="{FF2B5EF4-FFF2-40B4-BE49-F238E27FC236}">
                <a16:creationId xmlns:a16="http://schemas.microsoft.com/office/drawing/2014/main" id="{A2CB3A78-C54C-7D62-00BF-06CA1A540C28}"/>
              </a:ext>
            </a:extLst>
          </p:cNvPr>
          <p:cNvSpPr/>
          <p:nvPr/>
        </p:nvSpPr>
        <p:spPr>
          <a:xfrm>
            <a:off x="7731029" y="2798496"/>
            <a:ext cx="1424781" cy="1424781"/>
          </a:xfrm>
          <a:custGeom>
            <a:avLst/>
            <a:gdLst>
              <a:gd name="connsiteX0" fmla="*/ 0 w 1424781"/>
              <a:gd name="connsiteY0" fmla="*/ 712391 h 1424781"/>
              <a:gd name="connsiteX1" fmla="*/ 712391 w 1424781"/>
              <a:gd name="connsiteY1" fmla="*/ 0 h 1424781"/>
              <a:gd name="connsiteX2" fmla="*/ 1424782 w 1424781"/>
              <a:gd name="connsiteY2" fmla="*/ 712391 h 1424781"/>
              <a:gd name="connsiteX3" fmla="*/ 712391 w 1424781"/>
              <a:gd name="connsiteY3" fmla="*/ 1424782 h 1424781"/>
              <a:gd name="connsiteX4" fmla="*/ 0 w 1424781"/>
              <a:gd name="connsiteY4" fmla="*/ 712391 h 142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81" h="1424781">
                <a:moveTo>
                  <a:pt x="0" y="712391"/>
                </a:moveTo>
                <a:cubicBezTo>
                  <a:pt x="0" y="318948"/>
                  <a:pt x="318948" y="0"/>
                  <a:pt x="712391" y="0"/>
                </a:cubicBezTo>
                <a:cubicBezTo>
                  <a:pt x="1105834" y="0"/>
                  <a:pt x="1424782" y="318948"/>
                  <a:pt x="1424782" y="712391"/>
                </a:cubicBezTo>
                <a:cubicBezTo>
                  <a:pt x="1424782" y="1105834"/>
                  <a:pt x="1105834" y="1424782"/>
                  <a:pt x="712391" y="1424782"/>
                </a:cubicBezTo>
                <a:cubicBezTo>
                  <a:pt x="318948" y="1424782"/>
                  <a:pt x="0" y="1105834"/>
                  <a:pt x="0" y="712391"/>
                </a:cubicBezTo>
                <a:close/>
              </a:path>
            </a:pathLst>
          </a:custGeom>
          <a:solidFill>
            <a:schemeClr val="bg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0564" tIns="250564" rIns="250564" bIns="250564" numCol="1" spcCol="1270" anchor="ctr" anchorCtr="0">
            <a:noAutofit/>
          </a:bodyPr>
          <a:lstStyle/>
          <a:p>
            <a:pPr marL="0" lvl="0" indent="0" algn="ctr" defTabSz="1466850">
              <a:lnSpc>
                <a:spcPct val="90000"/>
              </a:lnSpc>
              <a:spcBef>
                <a:spcPct val="0"/>
              </a:spcBef>
              <a:spcAft>
                <a:spcPct val="35000"/>
              </a:spcAft>
              <a:buNone/>
            </a:pPr>
            <a:r>
              <a:rPr lang="en-US" sz="1600" dirty="0">
                <a:solidFill>
                  <a:schemeClr val="bg1"/>
                </a:solidFill>
              </a:rPr>
              <a:t>Vaibhavi</a:t>
            </a:r>
            <a:endParaRPr lang="en-US" sz="1600" kern="1200" dirty="0">
              <a:solidFill>
                <a:schemeClr val="bg1"/>
              </a:solidFill>
            </a:endParaRPr>
          </a:p>
        </p:txBody>
      </p:sp>
      <p:sp>
        <p:nvSpPr>
          <p:cNvPr id="8" name="Freeform: Shape 7">
            <a:extLst>
              <a:ext uri="{FF2B5EF4-FFF2-40B4-BE49-F238E27FC236}">
                <a16:creationId xmlns:a16="http://schemas.microsoft.com/office/drawing/2014/main" id="{85F4DA87-EE70-FD75-D657-5C651DD6D709}"/>
              </a:ext>
            </a:extLst>
          </p:cNvPr>
          <p:cNvSpPr/>
          <p:nvPr/>
        </p:nvSpPr>
        <p:spPr>
          <a:xfrm rot="5400000">
            <a:off x="8292589" y="3268674"/>
            <a:ext cx="301660" cy="484425"/>
          </a:xfrm>
          <a:custGeom>
            <a:avLst/>
            <a:gdLst>
              <a:gd name="connsiteX0" fmla="*/ 0 w 301660"/>
              <a:gd name="connsiteY0" fmla="*/ 96885 h 484425"/>
              <a:gd name="connsiteX1" fmla="*/ 150830 w 301660"/>
              <a:gd name="connsiteY1" fmla="*/ 96885 h 484425"/>
              <a:gd name="connsiteX2" fmla="*/ 150830 w 301660"/>
              <a:gd name="connsiteY2" fmla="*/ 0 h 484425"/>
              <a:gd name="connsiteX3" fmla="*/ 301660 w 301660"/>
              <a:gd name="connsiteY3" fmla="*/ 242213 h 484425"/>
              <a:gd name="connsiteX4" fmla="*/ 150830 w 301660"/>
              <a:gd name="connsiteY4" fmla="*/ 484425 h 484425"/>
              <a:gd name="connsiteX5" fmla="*/ 150830 w 301660"/>
              <a:gd name="connsiteY5" fmla="*/ 387540 h 484425"/>
              <a:gd name="connsiteX6" fmla="*/ 0 w 301660"/>
              <a:gd name="connsiteY6" fmla="*/ 387540 h 484425"/>
              <a:gd name="connsiteX7" fmla="*/ 0 w 301660"/>
              <a:gd name="connsiteY7" fmla="*/ 96885 h 48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660" h="484425">
                <a:moveTo>
                  <a:pt x="0" y="96885"/>
                </a:moveTo>
                <a:lnTo>
                  <a:pt x="150830" y="96885"/>
                </a:lnTo>
                <a:lnTo>
                  <a:pt x="150830" y="0"/>
                </a:lnTo>
                <a:lnTo>
                  <a:pt x="301660" y="242213"/>
                </a:lnTo>
                <a:lnTo>
                  <a:pt x="150830" y="484425"/>
                </a:lnTo>
                <a:lnTo>
                  <a:pt x="150830" y="387540"/>
                </a:lnTo>
                <a:lnTo>
                  <a:pt x="0" y="387540"/>
                </a:lnTo>
                <a:lnTo>
                  <a:pt x="0" y="9688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96884" rIns="90497" bIns="96885" numCol="1" spcCol="1270" anchor="ctr" anchorCtr="0">
            <a:noAutofit/>
          </a:bodyPr>
          <a:lstStyle/>
          <a:p>
            <a:pPr marL="0" lvl="0" indent="0" algn="ctr" defTabSz="1022350">
              <a:lnSpc>
                <a:spcPct val="90000"/>
              </a:lnSpc>
              <a:spcBef>
                <a:spcPct val="0"/>
              </a:spcBef>
              <a:spcAft>
                <a:spcPct val="35000"/>
              </a:spcAft>
              <a:buNone/>
            </a:pPr>
            <a:endParaRPr lang="en-US" sz="2300" kern="1200"/>
          </a:p>
        </p:txBody>
      </p:sp>
      <p:sp>
        <p:nvSpPr>
          <p:cNvPr id="10" name="Freeform: Shape 9">
            <a:extLst>
              <a:ext uri="{FF2B5EF4-FFF2-40B4-BE49-F238E27FC236}">
                <a16:creationId xmlns:a16="http://schemas.microsoft.com/office/drawing/2014/main" id="{DF45CCD7-D876-8E16-EB25-04527001EF7D}"/>
              </a:ext>
            </a:extLst>
          </p:cNvPr>
          <p:cNvSpPr/>
          <p:nvPr/>
        </p:nvSpPr>
        <p:spPr>
          <a:xfrm>
            <a:off x="7731029" y="2798496"/>
            <a:ext cx="1424781" cy="1424781"/>
          </a:xfrm>
          <a:custGeom>
            <a:avLst/>
            <a:gdLst>
              <a:gd name="connsiteX0" fmla="*/ 0 w 1424781"/>
              <a:gd name="connsiteY0" fmla="*/ 712391 h 1424781"/>
              <a:gd name="connsiteX1" fmla="*/ 712391 w 1424781"/>
              <a:gd name="connsiteY1" fmla="*/ 0 h 1424781"/>
              <a:gd name="connsiteX2" fmla="*/ 1424782 w 1424781"/>
              <a:gd name="connsiteY2" fmla="*/ 712391 h 1424781"/>
              <a:gd name="connsiteX3" fmla="*/ 712391 w 1424781"/>
              <a:gd name="connsiteY3" fmla="*/ 1424782 h 1424781"/>
              <a:gd name="connsiteX4" fmla="*/ 0 w 1424781"/>
              <a:gd name="connsiteY4" fmla="*/ 712391 h 142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81" h="1424781">
                <a:moveTo>
                  <a:pt x="0" y="712391"/>
                </a:moveTo>
                <a:cubicBezTo>
                  <a:pt x="0" y="318948"/>
                  <a:pt x="318948" y="0"/>
                  <a:pt x="712391" y="0"/>
                </a:cubicBezTo>
                <a:cubicBezTo>
                  <a:pt x="1105834" y="0"/>
                  <a:pt x="1424782" y="318948"/>
                  <a:pt x="1424782" y="712391"/>
                </a:cubicBezTo>
                <a:cubicBezTo>
                  <a:pt x="1424782" y="1105834"/>
                  <a:pt x="1105834" y="1424782"/>
                  <a:pt x="712391" y="1424782"/>
                </a:cubicBezTo>
                <a:cubicBezTo>
                  <a:pt x="318948" y="1424782"/>
                  <a:pt x="0" y="1105834"/>
                  <a:pt x="0" y="712391"/>
                </a:cubicBezTo>
                <a:close/>
              </a:path>
            </a:pathLst>
          </a:custGeom>
          <a:solidFill>
            <a:schemeClr val="bg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0564" tIns="250564" rIns="250564" bIns="250564" numCol="1" spcCol="1270" anchor="ctr" anchorCtr="0">
            <a:noAutofit/>
          </a:bodyPr>
          <a:lstStyle/>
          <a:p>
            <a:pPr marL="0" lvl="0" indent="0" algn="ctr" defTabSz="1466850">
              <a:lnSpc>
                <a:spcPct val="90000"/>
              </a:lnSpc>
              <a:spcBef>
                <a:spcPct val="0"/>
              </a:spcBef>
              <a:spcAft>
                <a:spcPct val="35000"/>
              </a:spcAft>
              <a:buNone/>
            </a:pPr>
            <a:r>
              <a:rPr lang="en-US" sz="1600" dirty="0">
                <a:solidFill>
                  <a:schemeClr val="bg1"/>
                </a:solidFill>
              </a:rPr>
              <a:t>Sadiq</a:t>
            </a:r>
            <a:endParaRPr lang="en-US" sz="1600" kern="1200" dirty="0">
              <a:solidFill>
                <a:schemeClr val="bg1"/>
              </a:solidFill>
            </a:endParaRPr>
          </a:p>
        </p:txBody>
      </p:sp>
      <p:sp>
        <p:nvSpPr>
          <p:cNvPr id="11" name="Freeform: Shape 10">
            <a:extLst>
              <a:ext uri="{FF2B5EF4-FFF2-40B4-BE49-F238E27FC236}">
                <a16:creationId xmlns:a16="http://schemas.microsoft.com/office/drawing/2014/main" id="{8D5C8722-A0E1-01BE-D69B-05939B4E8BFB}"/>
              </a:ext>
            </a:extLst>
          </p:cNvPr>
          <p:cNvSpPr/>
          <p:nvPr/>
        </p:nvSpPr>
        <p:spPr>
          <a:xfrm>
            <a:off x="8292589" y="3268673"/>
            <a:ext cx="301661" cy="484426"/>
          </a:xfrm>
          <a:custGeom>
            <a:avLst/>
            <a:gdLst>
              <a:gd name="connsiteX0" fmla="*/ 0 w 301660"/>
              <a:gd name="connsiteY0" fmla="*/ 96885 h 484425"/>
              <a:gd name="connsiteX1" fmla="*/ 150830 w 301660"/>
              <a:gd name="connsiteY1" fmla="*/ 96885 h 484425"/>
              <a:gd name="connsiteX2" fmla="*/ 150830 w 301660"/>
              <a:gd name="connsiteY2" fmla="*/ 0 h 484425"/>
              <a:gd name="connsiteX3" fmla="*/ 301660 w 301660"/>
              <a:gd name="connsiteY3" fmla="*/ 242213 h 484425"/>
              <a:gd name="connsiteX4" fmla="*/ 150830 w 301660"/>
              <a:gd name="connsiteY4" fmla="*/ 484425 h 484425"/>
              <a:gd name="connsiteX5" fmla="*/ 150830 w 301660"/>
              <a:gd name="connsiteY5" fmla="*/ 387540 h 484425"/>
              <a:gd name="connsiteX6" fmla="*/ 0 w 301660"/>
              <a:gd name="connsiteY6" fmla="*/ 387540 h 484425"/>
              <a:gd name="connsiteX7" fmla="*/ 0 w 301660"/>
              <a:gd name="connsiteY7" fmla="*/ 96885 h 48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660" h="484425">
                <a:moveTo>
                  <a:pt x="301660" y="387540"/>
                </a:moveTo>
                <a:lnTo>
                  <a:pt x="150830" y="387540"/>
                </a:lnTo>
                <a:lnTo>
                  <a:pt x="150830" y="484425"/>
                </a:lnTo>
                <a:lnTo>
                  <a:pt x="0" y="242212"/>
                </a:lnTo>
                <a:lnTo>
                  <a:pt x="150830" y="0"/>
                </a:lnTo>
                <a:lnTo>
                  <a:pt x="150830" y="96885"/>
                </a:lnTo>
                <a:lnTo>
                  <a:pt x="301660" y="96885"/>
                </a:lnTo>
                <a:lnTo>
                  <a:pt x="301660" y="387540"/>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90498" tIns="96886" rIns="1" bIns="96885" numCol="1" spcCol="1270" anchor="ctr" anchorCtr="0">
            <a:noAutofit/>
          </a:bodyPr>
          <a:lstStyle/>
          <a:p>
            <a:pPr marL="0" lvl="0" indent="0" algn="ctr" defTabSz="1022350">
              <a:lnSpc>
                <a:spcPct val="90000"/>
              </a:lnSpc>
              <a:spcBef>
                <a:spcPct val="0"/>
              </a:spcBef>
              <a:spcAft>
                <a:spcPct val="35000"/>
              </a:spcAft>
              <a:buNone/>
            </a:pPr>
            <a:endParaRPr lang="en-US" sz="2300" kern="1200"/>
          </a:p>
        </p:txBody>
      </p:sp>
      <p:sp>
        <p:nvSpPr>
          <p:cNvPr id="12" name="Freeform: Shape 11">
            <a:extLst>
              <a:ext uri="{FF2B5EF4-FFF2-40B4-BE49-F238E27FC236}">
                <a16:creationId xmlns:a16="http://schemas.microsoft.com/office/drawing/2014/main" id="{97F093C1-4359-634D-2809-E85F005DEF0D}"/>
              </a:ext>
            </a:extLst>
          </p:cNvPr>
          <p:cNvSpPr/>
          <p:nvPr/>
        </p:nvSpPr>
        <p:spPr>
          <a:xfrm>
            <a:off x="7731029" y="2798496"/>
            <a:ext cx="1424781" cy="1424781"/>
          </a:xfrm>
          <a:custGeom>
            <a:avLst/>
            <a:gdLst>
              <a:gd name="connsiteX0" fmla="*/ 0 w 1424781"/>
              <a:gd name="connsiteY0" fmla="*/ 712391 h 1424781"/>
              <a:gd name="connsiteX1" fmla="*/ 712391 w 1424781"/>
              <a:gd name="connsiteY1" fmla="*/ 0 h 1424781"/>
              <a:gd name="connsiteX2" fmla="*/ 1424782 w 1424781"/>
              <a:gd name="connsiteY2" fmla="*/ 712391 h 1424781"/>
              <a:gd name="connsiteX3" fmla="*/ 712391 w 1424781"/>
              <a:gd name="connsiteY3" fmla="*/ 1424782 h 1424781"/>
              <a:gd name="connsiteX4" fmla="*/ 0 w 1424781"/>
              <a:gd name="connsiteY4" fmla="*/ 712391 h 142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81" h="1424781">
                <a:moveTo>
                  <a:pt x="0" y="712391"/>
                </a:moveTo>
                <a:cubicBezTo>
                  <a:pt x="0" y="318948"/>
                  <a:pt x="318948" y="0"/>
                  <a:pt x="712391" y="0"/>
                </a:cubicBezTo>
                <a:cubicBezTo>
                  <a:pt x="1105834" y="0"/>
                  <a:pt x="1424782" y="318948"/>
                  <a:pt x="1424782" y="712391"/>
                </a:cubicBezTo>
                <a:cubicBezTo>
                  <a:pt x="1424782" y="1105834"/>
                  <a:pt x="1105834" y="1424782"/>
                  <a:pt x="712391" y="1424782"/>
                </a:cubicBezTo>
                <a:cubicBezTo>
                  <a:pt x="318948" y="1424782"/>
                  <a:pt x="0" y="1105834"/>
                  <a:pt x="0" y="712391"/>
                </a:cubicBezTo>
                <a:close/>
              </a:path>
            </a:pathLst>
          </a:custGeom>
          <a:solidFill>
            <a:schemeClr val="bg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0564" tIns="250564" rIns="250564" bIns="250564" numCol="1" spcCol="1270" anchor="ctr" anchorCtr="0">
            <a:noAutofit/>
          </a:bodyPr>
          <a:lstStyle/>
          <a:p>
            <a:pPr lvl="0" algn="ctr" defTabSz="1466850">
              <a:lnSpc>
                <a:spcPct val="90000"/>
              </a:lnSpc>
              <a:spcBef>
                <a:spcPct val="0"/>
              </a:spcBef>
              <a:spcAft>
                <a:spcPct val="35000"/>
              </a:spcAft>
            </a:pPr>
            <a:r>
              <a:rPr lang="en-IN" sz="1600" dirty="0">
                <a:solidFill>
                  <a:schemeClr val="bg1"/>
                </a:solidFill>
              </a:rPr>
              <a:t>Haritha</a:t>
            </a:r>
            <a:endParaRPr lang="en-US" sz="1600" kern="1200" dirty="0">
              <a:solidFill>
                <a:schemeClr val="bg1"/>
              </a:solidFill>
            </a:endParaRPr>
          </a:p>
        </p:txBody>
      </p:sp>
      <p:sp>
        <p:nvSpPr>
          <p:cNvPr id="13" name="Freeform: Shape 12">
            <a:extLst>
              <a:ext uri="{FF2B5EF4-FFF2-40B4-BE49-F238E27FC236}">
                <a16:creationId xmlns:a16="http://schemas.microsoft.com/office/drawing/2014/main" id="{E8167516-AC94-34D5-17B9-4B4E0941DA41}"/>
              </a:ext>
            </a:extLst>
          </p:cNvPr>
          <p:cNvSpPr/>
          <p:nvPr/>
        </p:nvSpPr>
        <p:spPr>
          <a:xfrm>
            <a:off x="7605812" y="2641195"/>
            <a:ext cx="1675215" cy="1739383"/>
          </a:xfrm>
          <a:custGeom>
            <a:avLst/>
            <a:gdLst>
              <a:gd name="connsiteX0" fmla="*/ 0 w 1424781"/>
              <a:gd name="connsiteY0" fmla="*/ 712391 h 1424781"/>
              <a:gd name="connsiteX1" fmla="*/ 712391 w 1424781"/>
              <a:gd name="connsiteY1" fmla="*/ 0 h 1424781"/>
              <a:gd name="connsiteX2" fmla="*/ 1424782 w 1424781"/>
              <a:gd name="connsiteY2" fmla="*/ 712391 h 1424781"/>
              <a:gd name="connsiteX3" fmla="*/ 712391 w 1424781"/>
              <a:gd name="connsiteY3" fmla="*/ 1424782 h 1424781"/>
              <a:gd name="connsiteX4" fmla="*/ 0 w 1424781"/>
              <a:gd name="connsiteY4" fmla="*/ 712391 h 142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81" h="1424781">
                <a:moveTo>
                  <a:pt x="0" y="712391"/>
                </a:moveTo>
                <a:cubicBezTo>
                  <a:pt x="0" y="318948"/>
                  <a:pt x="318948" y="0"/>
                  <a:pt x="712391" y="0"/>
                </a:cubicBezTo>
                <a:cubicBezTo>
                  <a:pt x="1105834" y="0"/>
                  <a:pt x="1424782" y="318948"/>
                  <a:pt x="1424782" y="712391"/>
                </a:cubicBezTo>
                <a:cubicBezTo>
                  <a:pt x="1424782" y="1105834"/>
                  <a:pt x="1105834" y="1424782"/>
                  <a:pt x="712391" y="1424782"/>
                </a:cubicBezTo>
                <a:cubicBezTo>
                  <a:pt x="318948" y="1424782"/>
                  <a:pt x="0" y="1105834"/>
                  <a:pt x="0" y="712391"/>
                </a:cubicBezTo>
                <a:close/>
              </a:path>
            </a:pathLst>
          </a:custGeom>
          <a:solidFill>
            <a:schemeClr val="bg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0564" tIns="250564" rIns="250564" bIns="250564" numCol="1" spcCol="1270" anchor="ctr" anchorCtr="0">
            <a:noAutofit/>
          </a:bodyPr>
          <a:lstStyle/>
          <a:p>
            <a:pPr marL="0" lvl="0" indent="0" algn="ctr" defTabSz="1466850">
              <a:lnSpc>
                <a:spcPct val="90000"/>
              </a:lnSpc>
              <a:spcBef>
                <a:spcPct val="0"/>
              </a:spcBef>
              <a:spcAft>
                <a:spcPct val="35000"/>
              </a:spcAft>
              <a:buNone/>
            </a:pPr>
            <a:r>
              <a:rPr lang="en-US" sz="2000" dirty="0">
                <a:solidFill>
                  <a:schemeClr val="bg1"/>
                </a:solidFill>
              </a:rPr>
              <a:t>GROUP 3</a:t>
            </a:r>
            <a:endParaRPr lang="en-US" sz="2000" kern="1200" dirty="0">
              <a:solidFill>
                <a:schemeClr val="bg1"/>
              </a:solidFill>
            </a:endParaRPr>
          </a:p>
        </p:txBody>
      </p:sp>
    </p:spTree>
    <p:extLst>
      <p:ext uri="{BB962C8B-B14F-4D97-AF65-F5344CB8AC3E}">
        <p14:creationId xmlns:p14="http://schemas.microsoft.com/office/powerpoint/2010/main" val="702379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B9F-26B8-0B07-D7A3-088C287B5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4D1FE-EEE3-A38E-BAD4-DD5F3C996A9A}"/>
              </a:ext>
            </a:extLst>
          </p:cNvPr>
          <p:cNvSpPr>
            <a:spLocks noGrp="1"/>
          </p:cNvSpPr>
          <p:nvPr>
            <p:ph type="ctrTitle"/>
          </p:nvPr>
        </p:nvSpPr>
        <p:spPr>
          <a:xfrm>
            <a:off x="2425046" y="1546534"/>
            <a:ext cx="6833937" cy="802106"/>
          </a:xfrm>
        </p:spPr>
        <p:txBody>
          <a:bodyPr>
            <a:normAutofit/>
          </a:bodyPr>
          <a:lstStyle/>
          <a:p>
            <a:r>
              <a:rPr lang="en-US" sz="3200" dirty="0"/>
              <a:t> Hr. analytics</a:t>
            </a:r>
          </a:p>
        </p:txBody>
      </p:sp>
      <p:pic>
        <p:nvPicPr>
          <p:cNvPr id="4" name="Picture 3">
            <a:extLst>
              <a:ext uri="{FF2B5EF4-FFF2-40B4-BE49-F238E27FC236}">
                <a16:creationId xmlns:a16="http://schemas.microsoft.com/office/drawing/2014/main" id="{DE53B105-5766-B7B9-D1D2-C42965416A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5046" y="-1"/>
            <a:ext cx="3388900" cy="1626253"/>
          </a:xfrm>
          <a:prstGeom prst="rect">
            <a:avLst/>
          </a:prstGeom>
        </p:spPr>
      </p:pic>
      <p:sp>
        <p:nvSpPr>
          <p:cNvPr id="3" name="Freeform: Shape 2">
            <a:extLst>
              <a:ext uri="{FF2B5EF4-FFF2-40B4-BE49-F238E27FC236}">
                <a16:creationId xmlns:a16="http://schemas.microsoft.com/office/drawing/2014/main" id="{27C3FF2A-3897-11B4-D5F3-19F32ADD96C0}"/>
              </a:ext>
            </a:extLst>
          </p:cNvPr>
          <p:cNvSpPr/>
          <p:nvPr/>
        </p:nvSpPr>
        <p:spPr>
          <a:xfrm rot="16200000">
            <a:off x="8292589" y="2266588"/>
            <a:ext cx="301660" cy="484425"/>
          </a:xfrm>
          <a:custGeom>
            <a:avLst/>
            <a:gdLst>
              <a:gd name="connsiteX0" fmla="*/ 0 w 301660"/>
              <a:gd name="connsiteY0" fmla="*/ 96885 h 484425"/>
              <a:gd name="connsiteX1" fmla="*/ 150830 w 301660"/>
              <a:gd name="connsiteY1" fmla="*/ 96885 h 484425"/>
              <a:gd name="connsiteX2" fmla="*/ 150830 w 301660"/>
              <a:gd name="connsiteY2" fmla="*/ 0 h 484425"/>
              <a:gd name="connsiteX3" fmla="*/ 301660 w 301660"/>
              <a:gd name="connsiteY3" fmla="*/ 242213 h 484425"/>
              <a:gd name="connsiteX4" fmla="*/ 150830 w 301660"/>
              <a:gd name="connsiteY4" fmla="*/ 484425 h 484425"/>
              <a:gd name="connsiteX5" fmla="*/ 150830 w 301660"/>
              <a:gd name="connsiteY5" fmla="*/ 387540 h 484425"/>
              <a:gd name="connsiteX6" fmla="*/ 0 w 301660"/>
              <a:gd name="connsiteY6" fmla="*/ 387540 h 484425"/>
              <a:gd name="connsiteX7" fmla="*/ 0 w 301660"/>
              <a:gd name="connsiteY7" fmla="*/ 96885 h 48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660" h="484425">
                <a:moveTo>
                  <a:pt x="0" y="96885"/>
                </a:moveTo>
                <a:lnTo>
                  <a:pt x="150830" y="96885"/>
                </a:lnTo>
                <a:lnTo>
                  <a:pt x="150830" y="0"/>
                </a:lnTo>
                <a:lnTo>
                  <a:pt x="301660" y="242213"/>
                </a:lnTo>
                <a:lnTo>
                  <a:pt x="150830" y="484425"/>
                </a:lnTo>
                <a:lnTo>
                  <a:pt x="150830" y="387540"/>
                </a:lnTo>
                <a:lnTo>
                  <a:pt x="0" y="387540"/>
                </a:lnTo>
                <a:lnTo>
                  <a:pt x="0" y="9688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96884" rIns="90498" bIns="96885" numCol="1" spcCol="1270" anchor="ctr" anchorCtr="0">
            <a:noAutofit/>
          </a:bodyPr>
          <a:lstStyle/>
          <a:p>
            <a:pPr marL="0" lvl="0" indent="0" algn="ctr" defTabSz="1022350">
              <a:lnSpc>
                <a:spcPct val="90000"/>
              </a:lnSpc>
              <a:spcBef>
                <a:spcPct val="0"/>
              </a:spcBef>
              <a:spcAft>
                <a:spcPct val="35000"/>
              </a:spcAft>
              <a:buNone/>
            </a:pPr>
            <a:endParaRPr lang="en-US" sz="2300" kern="1200"/>
          </a:p>
        </p:txBody>
      </p:sp>
      <p:sp>
        <p:nvSpPr>
          <p:cNvPr id="5" name="Freeform: Shape 4">
            <a:extLst>
              <a:ext uri="{FF2B5EF4-FFF2-40B4-BE49-F238E27FC236}">
                <a16:creationId xmlns:a16="http://schemas.microsoft.com/office/drawing/2014/main" id="{54223CBC-E1AC-1347-6C05-231EC9E5CB43}"/>
              </a:ext>
            </a:extLst>
          </p:cNvPr>
          <p:cNvSpPr/>
          <p:nvPr/>
        </p:nvSpPr>
        <p:spPr>
          <a:xfrm>
            <a:off x="7731029" y="804544"/>
            <a:ext cx="1424781" cy="1424781"/>
          </a:xfrm>
          <a:custGeom>
            <a:avLst/>
            <a:gdLst>
              <a:gd name="connsiteX0" fmla="*/ 0 w 1424781"/>
              <a:gd name="connsiteY0" fmla="*/ 712391 h 1424781"/>
              <a:gd name="connsiteX1" fmla="*/ 712391 w 1424781"/>
              <a:gd name="connsiteY1" fmla="*/ 0 h 1424781"/>
              <a:gd name="connsiteX2" fmla="*/ 1424782 w 1424781"/>
              <a:gd name="connsiteY2" fmla="*/ 712391 h 1424781"/>
              <a:gd name="connsiteX3" fmla="*/ 712391 w 1424781"/>
              <a:gd name="connsiteY3" fmla="*/ 1424782 h 1424781"/>
              <a:gd name="connsiteX4" fmla="*/ 0 w 1424781"/>
              <a:gd name="connsiteY4" fmla="*/ 712391 h 142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81" h="1424781">
                <a:moveTo>
                  <a:pt x="0" y="712391"/>
                </a:moveTo>
                <a:cubicBezTo>
                  <a:pt x="0" y="318948"/>
                  <a:pt x="318948" y="0"/>
                  <a:pt x="712391" y="0"/>
                </a:cubicBezTo>
                <a:cubicBezTo>
                  <a:pt x="1105834" y="0"/>
                  <a:pt x="1424782" y="318948"/>
                  <a:pt x="1424782" y="712391"/>
                </a:cubicBezTo>
                <a:cubicBezTo>
                  <a:pt x="1424782" y="1105834"/>
                  <a:pt x="1105834" y="1424782"/>
                  <a:pt x="712391" y="1424782"/>
                </a:cubicBezTo>
                <a:cubicBezTo>
                  <a:pt x="318948" y="1424782"/>
                  <a:pt x="0" y="1105834"/>
                  <a:pt x="0" y="712391"/>
                </a:cubicBezTo>
                <a:close/>
              </a:path>
            </a:pathLst>
          </a:custGeom>
          <a:solidFill>
            <a:schemeClr val="bg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0564" tIns="250564" rIns="250564" bIns="250564" numCol="1" spcCol="1270" anchor="ctr" anchorCtr="0">
            <a:noAutofit/>
          </a:bodyPr>
          <a:lstStyle/>
          <a:p>
            <a:pPr lvl="0" algn="ctr" defTabSz="1466850">
              <a:lnSpc>
                <a:spcPct val="90000"/>
              </a:lnSpc>
              <a:spcBef>
                <a:spcPct val="0"/>
              </a:spcBef>
              <a:spcAft>
                <a:spcPct val="35000"/>
              </a:spcAft>
            </a:pPr>
            <a:r>
              <a:rPr lang="en-IN" sz="1600" dirty="0">
                <a:solidFill>
                  <a:schemeClr val="bg1"/>
                </a:solidFill>
              </a:rPr>
              <a:t>Rachana</a:t>
            </a:r>
            <a:endParaRPr lang="en-US" kern="1200" dirty="0">
              <a:solidFill>
                <a:schemeClr val="bg1"/>
              </a:solidFill>
            </a:endParaRPr>
          </a:p>
        </p:txBody>
      </p:sp>
      <p:sp>
        <p:nvSpPr>
          <p:cNvPr id="6" name="Freeform: Shape 5">
            <a:extLst>
              <a:ext uri="{FF2B5EF4-FFF2-40B4-BE49-F238E27FC236}">
                <a16:creationId xmlns:a16="http://schemas.microsoft.com/office/drawing/2014/main" id="{937E82F3-5EA3-AA2A-7F15-A5C25CC7151F}"/>
              </a:ext>
            </a:extLst>
          </p:cNvPr>
          <p:cNvSpPr/>
          <p:nvPr/>
        </p:nvSpPr>
        <p:spPr>
          <a:xfrm>
            <a:off x="9281028" y="3268674"/>
            <a:ext cx="301660" cy="484425"/>
          </a:xfrm>
          <a:custGeom>
            <a:avLst/>
            <a:gdLst>
              <a:gd name="connsiteX0" fmla="*/ 0 w 301660"/>
              <a:gd name="connsiteY0" fmla="*/ 96885 h 484425"/>
              <a:gd name="connsiteX1" fmla="*/ 150830 w 301660"/>
              <a:gd name="connsiteY1" fmla="*/ 96885 h 484425"/>
              <a:gd name="connsiteX2" fmla="*/ 150830 w 301660"/>
              <a:gd name="connsiteY2" fmla="*/ 0 h 484425"/>
              <a:gd name="connsiteX3" fmla="*/ 301660 w 301660"/>
              <a:gd name="connsiteY3" fmla="*/ 242213 h 484425"/>
              <a:gd name="connsiteX4" fmla="*/ 150830 w 301660"/>
              <a:gd name="connsiteY4" fmla="*/ 484425 h 484425"/>
              <a:gd name="connsiteX5" fmla="*/ 150830 w 301660"/>
              <a:gd name="connsiteY5" fmla="*/ 387540 h 484425"/>
              <a:gd name="connsiteX6" fmla="*/ 0 w 301660"/>
              <a:gd name="connsiteY6" fmla="*/ 387540 h 484425"/>
              <a:gd name="connsiteX7" fmla="*/ 0 w 301660"/>
              <a:gd name="connsiteY7" fmla="*/ 96885 h 48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660" h="484425">
                <a:moveTo>
                  <a:pt x="0" y="96885"/>
                </a:moveTo>
                <a:lnTo>
                  <a:pt x="150830" y="96885"/>
                </a:lnTo>
                <a:lnTo>
                  <a:pt x="150830" y="0"/>
                </a:lnTo>
                <a:lnTo>
                  <a:pt x="301660" y="242213"/>
                </a:lnTo>
                <a:lnTo>
                  <a:pt x="150830" y="484425"/>
                </a:lnTo>
                <a:lnTo>
                  <a:pt x="150830" y="387540"/>
                </a:lnTo>
                <a:lnTo>
                  <a:pt x="0" y="387540"/>
                </a:lnTo>
                <a:lnTo>
                  <a:pt x="0" y="9688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96885" rIns="90498" bIns="96885" numCol="1" spcCol="1270" anchor="ctr" anchorCtr="0">
            <a:noAutofit/>
          </a:bodyPr>
          <a:lstStyle/>
          <a:p>
            <a:pPr marL="0" lvl="0" indent="0" algn="ctr" defTabSz="1022350">
              <a:lnSpc>
                <a:spcPct val="90000"/>
              </a:lnSpc>
              <a:spcBef>
                <a:spcPct val="0"/>
              </a:spcBef>
              <a:spcAft>
                <a:spcPct val="35000"/>
              </a:spcAft>
              <a:buNone/>
            </a:pPr>
            <a:endParaRPr lang="en-US" sz="2300" kern="1200"/>
          </a:p>
        </p:txBody>
      </p:sp>
      <p:sp>
        <p:nvSpPr>
          <p:cNvPr id="7" name="Freeform: Shape 6">
            <a:extLst>
              <a:ext uri="{FF2B5EF4-FFF2-40B4-BE49-F238E27FC236}">
                <a16:creationId xmlns:a16="http://schemas.microsoft.com/office/drawing/2014/main" id="{C6A4B4FE-07C0-6D8E-DFA5-10190CD04F52}"/>
              </a:ext>
            </a:extLst>
          </p:cNvPr>
          <p:cNvSpPr/>
          <p:nvPr/>
        </p:nvSpPr>
        <p:spPr>
          <a:xfrm>
            <a:off x="9724981" y="2798496"/>
            <a:ext cx="1424781" cy="1424781"/>
          </a:xfrm>
          <a:custGeom>
            <a:avLst/>
            <a:gdLst>
              <a:gd name="connsiteX0" fmla="*/ 0 w 1424781"/>
              <a:gd name="connsiteY0" fmla="*/ 712391 h 1424781"/>
              <a:gd name="connsiteX1" fmla="*/ 712391 w 1424781"/>
              <a:gd name="connsiteY1" fmla="*/ 0 h 1424781"/>
              <a:gd name="connsiteX2" fmla="*/ 1424782 w 1424781"/>
              <a:gd name="connsiteY2" fmla="*/ 712391 h 1424781"/>
              <a:gd name="connsiteX3" fmla="*/ 712391 w 1424781"/>
              <a:gd name="connsiteY3" fmla="*/ 1424782 h 1424781"/>
              <a:gd name="connsiteX4" fmla="*/ 0 w 1424781"/>
              <a:gd name="connsiteY4" fmla="*/ 712391 h 142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81" h="1424781">
                <a:moveTo>
                  <a:pt x="0" y="712391"/>
                </a:moveTo>
                <a:cubicBezTo>
                  <a:pt x="0" y="318948"/>
                  <a:pt x="318948" y="0"/>
                  <a:pt x="712391" y="0"/>
                </a:cubicBezTo>
                <a:cubicBezTo>
                  <a:pt x="1105834" y="0"/>
                  <a:pt x="1424782" y="318948"/>
                  <a:pt x="1424782" y="712391"/>
                </a:cubicBezTo>
                <a:cubicBezTo>
                  <a:pt x="1424782" y="1105834"/>
                  <a:pt x="1105834" y="1424782"/>
                  <a:pt x="712391" y="1424782"/>
                </a:cubicBezTo>
                <a:cubicBezTo>
                  <a:pt x="318948" y="1424782"/>
                  <a:pt x="0" y="1105834"/>
                  <a:pt x="0" y="712391"/>
                </a:cubicBezTo>
                <a:close/>
              </a:path>
            </a:pathLst>
          </a:custGeom>
          <a:solidFill>
            <a:schemeClr val="bg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0564" tIns="250564" rIns="250564" bIns="250564" numCol="1" spcCol="1270" anchor="ctr" anchorCtr="0">
            <a:noAutofit/>
          </a:bodyPr>
          <a:lstStyle/>
          <a:p>
            <a:pPr marL="0" lvl="0" indent="0" algn="ctr" defTabSz="1466850">
              <a:lnSpc>
                <a:spcPct val="90000"/>
              </a:lnSpc>
              <a:spcBef>
                <a:spcPct val="0"/>
              </a:spcBef>
              <a:spcAft>
                <a:spcPct val="35000"/>
              </a:spcAft>
              <a:buNone/>
            </a:pPr>
            <a:r>
              <a:rPr lang="en-US" sz="1600" dirty="0">
                <a:solidFill>
                  <a:schemeClr val="bg1"/>
                </a:solidFill>
              </a:rPr>
              <a:t>Vaibhavi</a:t>
            </a:r>
            <a:endParaRPr lang="en-US" sz="1600" kern="1200" dirty="0">
              <a:solidFill>
                <a:schemeClr val="bg1"/>
              </a:solidFill>
            </a:endParaRPr>
          </a:p>
        </p:txBody>
      </p:sp>
      <p:sp>
        <p:nvSpPr>
          <p:cNvPr id="8" name="Freeform: Shape 7">
            <a:extLst>
              <a:ext uri="{FF2B5EF4-FFF2-40B4-BE49-F238E27FC236}">
                <a16:creationId xmlns:a16="http://schemas.microsoft.com/office/drawing/2014/main" id="{E2DAFF6F-3847-857C-0F4D-73AF1E2F60C9}"/>
              </a:ext>
            </a:extLst>
          </p:cNvPr>
          <p:cNvSpPr/>
          <p:nvPr/>
        </p:nvSpPr>
        <p:spPr>
          <a:xfrm rot="5400000">
            <a:off x="8292589" y="4284409"/>
            <a:ext cx="301660" cy="484425"/>
          </a:xfrm>
          <a:custGeom>
            <a:avLst/>
            <a:gdLst>
              <a:gd name="connsiteX0" fmla="*/ 0 w 301660"/>
              <a:gd name="connsiteY0" fmla="*/ 96885 h 484425"/>
              <a:gd name="connsiteX1" fmla="*/ 150830 w 301660"/>
              <a:gd name="connsiteY1" fmla="*/ 96885 h 484425"/>
              <a:gd name="connsiteX2" fmla="*/ 150830 w 301660"/>
              <a:gd name="connsiteY2" fmla="*/ 0 h 484425"/>
              <a:gd name="connsiteX3" fmla="*/ 301660 w 301660"/>
              <a:gd name="connsiteY3" fmla="*/ 242213 h 484425"/>
              <a:gd name="connsiteX4" fmla="*/ 150830 w 301660"/>
              <a:gd name="connsiteY4" fmla="*/ 484425 h 484425"/>
              <a:gd name="connsiteX5" fmla="*/ 150830 w 301660"/>
              <a:gd name="connsiteY5" fmla="*/ 387540 h 484425"/>
              <a:gd name="connsiteX6" fmla="*/ 0 w 301660"/>
              <a:gd name="connsiteY6" fmla="*/ 387540 h 484425"/>
              <a:gd name="connsiteX7" fmla="*/ 0 w 301660"/>
              <a:gd name="connsiteY7" fmla="*/ 96885 h 48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660" h="484425">
                <a:moveTo>
                  <a:pt x="0" y="96885"/>
                </a:moveTo>
                <a:lnTo>
                  <a:pt x="150830" y="96885"/>
                </a:lnTo>
                <a:lnTo>
                  <a:pt x="150830" y="0"/>
                </a:lnTo>
                <a:lnTo>
                  <a:pt x="301660" y="242213"/>
                </a:lnTo>
                <a:lnTo>
                  <a:pt x="150830" y="484425"/>
                </a:lnTo>
                <a:lnTo>
                  <a:pt x="150830" y="387540"/>
                </a:lnTo>
                <a:lnTo>
                  <a:pt x="0" y="387540"/>
                </a:lnTo>
                <a:lnTo>
                  <a:pt x="0" y="9688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96884" rIns="90497" bIns="96885" numCol="1" spcCol="1270" anchor="ctr" anchorCtr="0">
            <a:noAutofit/>
          </a:bodyPr>
          <a:lstStyle/>
          <a:p>
            <a:pPr marL="0" lvl="0" indent="0" algn="ctr" defTabSz="1022350">
              <a:lnSpc>
                <a:spcPct val="90000"/>
              </a:lnSpc>
              <a:spcBef>
                <a:spcPct val="0"/>
              </a:spcBef>
              <a:spcAft>
                <a:spcPct val="35000"/>
              </a:spcAft>
              <a:buNone/>
            </a:pPr>
            <a:endParaRPr lang="en-US" sz="2300" kern="1200"/>
          </a:p>
        </p:txBody>
      </p:sp>
      <p:sp>
        <p:nvSpPr>
          <p:cNvPr id="10" name="Freeform: Shape 9">
            <a:extLst>
              <a:ext uri="{FF2B5EF4-FFF2-40B4-BE49-F238E27FC236}">
                <a16:creationId xmlns:a16="http://schemas.microsoft.com/office/drawing/2014/main" id="{E7A9B5F2-074F-F536-F18D-8C70D88B6051}"/>
              </a:ext>
            </a:extLst>
          </p:cNvPr>
          <p:cNvSpPr/>
          <p:nvPr/>
        </p:nvSpPr>
        <p:spPr>
          <a:xfrm>
            <a:off x="7731029" y="4792448"/>
            <a:ext cx="1424781" cy="1424781"/>
          </a:xfrm>
          <a:custGeom>
            <a:avLst/>
            <a:gdLst>
              <a:gd name="connsiteX0" fmla="*/ 0 w 1424781"/>
              <a:gd name="connsiteY0" fmla="*/ 712391 h 1424781"/>
              <a:gd name="connsiteX1" fmla="*/ 712391 w 1424781"/>
              <a:gd name="connsiteY1" fmla="*/ 0 h 1424781"/>
              <a:gd name="connsiteX2" fmla="*/ 1424782 w 1424781"/>
              <a:gd name="connsiteY2" fmla="*/ 712391 h 1424781"/>
              <a:gd name="connsiteX3" fmla="*/ 712391 w 1424781"/>
              <a:gd name="connsiteY3" fmla="*/ 1424782 h 1424781"/>
              <a:gd name="connsiteX4" fmla="*/ 0 w 1424781"/>
              <a:gd name="connsiteY4" fmla="*/ 712391 h 142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81" h="1424781">
                <a:moveTo>
                  <a:pt x="0" y="712391"/>
                </a:moveTo>
                <a:cubicBezTo>
                  <a:pt x="0" y="318948"/>
                  <a:pt x="318948" y="0"/>
                  <a:pt x="712391" y="0"/>
                </a:cubicBezTo>
                <a:cubicBezTo>
                  <a:pt x="1105834" y="0"/>
                  <a:pt x="1424782" y="318948"/>
                  <a:pt x="1424782" y="712391"/>
                </a:cubicBezTo>
                <a:cubicBezTo>
                  <a:pt x="1424782" y="1105834"/>
                  <a:pt x="1105834" y="1424782"/>
                  <a:pt x="712391" y="1424782"/>
                </a:cubicBezTo>
                <a:cubicBezTo>
                  <a:pt x="318948" y="1424782"/>
                  <a:pt x="0" y="1105834"/>
                  <a:pt x="0" y="712391"/>
                </a:cubicBezTo>
                <a:close/>
              </a:path>
            </a:pathLst>
          </a:custGeom>
          <a:solidFill>
            <a:schemeClr val="bg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0564" tIns="250564" rIns="250564" bIns="250564" numCol="1" spcCol="1270" anchor="ctr" anchorCtr="0">
            <a:noAutofit/>
          </a:bodyPr>
          <a:lstStyle/>
          <a:p>
            <a:pPr marL="0" lvl="0" indent="0" algn="ctr" defTabSz="1466850">
              <a:lnSpc>
                <a:spcPct val="90000"/>
              </a:lnSpc>
              <a:spcBef>
                <a:spcPct val="0"/>
              </a:spcBef>
              <a:spcAft>
                <a:spcPct val="35000"/>
              </a:spcAft>
              <a:buNone/>
            </a:pPr>
            <a:r>
              <a:rPr lang="en-US" sz="1600" dirty="0">
                <a:solidFill>
                  <a:schemeClr val="bg1"/>
                </a:solidFill>
              </a:rPr>
              <a:t>Sadiq</a:t>
            </a:r>
            <a:endParaRPr lang="en-US" sz="1600" kern="1200" dirty="0">
              <a:solidFill>
                <a:schemeClr val="bg1"/>
              </a:solidFill>
            </a:endParaRPr>
          </a:p>
        </p:txBody>
      </p:sp>
      <p:sp>
        <p:nvSpPr>
          <p:cNvPr id="11" name="Freeform: Shape 10">
            <a:extLst>
              <a:ext uri="{FF2B5EF4-FFF2-40B4-BE49-F238E27FC236}">
                <a16:creationId xmlns:a16="http://schemas.microsoft.com/office/drawing/2014/main" id="{368E9B14-1BA0-5169-DA11-EB43346BFEBF}"/>
              </a:ext>
            </a:extLst>
          </p:cNvPr>
          <p:cNvSpPr/>
          <p:nvPr/>
        </p:nvSpPr>
        <p:spPr>
          <a:xfrm>
            <a:off x="7317799" y="3268673"/>
            <a:ext cx="301661" cy="484426"/>
          </a:xfrm>
          <a:custGeom>
            <a:avLst/>
            <a:gdLst>
              <a:gd name="connsiteX0" fmla="*/ 0 w 301660"/>
              <a:gd name="connsiteY0" fmla="*/ 96885 h 484425"/>
              <a:gd name="connsiteX1" fmla="*/ 150830 w 301660"/>
              <a:gd name="connsiteY1" fmla="*/ 96885 h 484425"/>
              <a:gd name="connsiteX2" fmla="*/ 150830 w 301660"/>
              <a:gd name="connsiteY2" fmla="*/ 0 h 484425"/>
              <a:gd name="connsiteX3" fmla="*/ 301660 w 301660"/>
              <a:gd name="connsiteY3" fmla="*/ 242213 h 484425"/>
              <a:gd name="connsiteX4" fmla="*/ 150830 w 301660"/>
              <a:gd name="connsiteY4" fmla="*/ 484425 h 484425"/>
              <a:gd name="connsiteX5" fmla="*/ 150830 w 301660"/>
              <a:gd name="connsiteY5" fmla="*/ 387540 h 484425"/>
              <a:gd name="connsiteX6" fmla="*/ 0 w 301660"/>
              <a:gd name="connsiteY6" fmla="*/ 387540 h 484425"/>
              <a:gd name="connsiteX7" fmla="*/ 0 w 301660"/>
              <a:gd name="connsiteY7" fmla="*/ 96885 h 484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1660" h="484425">
                <a:moveTo>
                  <a:pt x="301660" y="387540"/>
                </a:moveTo>
                <a:lnTo>
                  <a:pt x="150830" y="387540"/>
                </a:lnTo>
                <a:lnTo>
                  <a:pt x="150830" y="484425"/>
                </a:lnTo>
                <a:lnTo>
                  <a:pt x="0" y="242212"/>
                </a:lnTo>
                <a:lnTo>
                  <a:pt x="150830" y="0"/>
                </a:lnTo>
                <a:lnTo>
                  <a:pt x="150830" y="96885"/>
                </a:lnTo>
                <a:lnTo>
                  <a:pt x="301660" y="96885"/>
                </a:lnTo>
                <a:lnTo>
                  <a:pt x="301660" y="387540"/>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90498" tIns="96886" rIns="1" bIns="96885" numCol="1" spcCol="1270" anchor="ctr" anchorCtr="0">
            <a:noAutofit/>
          </a:bodyPr>
          <a:lstStyle/>
          <a:p>
            <a:pPr marL="0" lvl="0" indent="0" algn="ctr" defTabSz="1022350">
              <a:lnSpc>
                <a:spcPct val="90000"/>
              </a:lnSpc>
              <a:spcBef>
                <a:spcPct val="0"/>
              </a:spcBef>
              <a:spcAft>
                <a:spcPct val="35000"/>
              </a:spcAft>
              <a:buNone/>
            </a:pPr>
            <a:endParaRPr lang="en-US" sz="2300" kern="1200"/>
          </a:p>
        </p:txBody>
      </p:sp>
      <p:sp>
        <p:nvSpPr>
          <p:cNvPr id="12" name="Freeform: Shape 11">
            <a:extLst>
              <a:ext uri="{FF2B5EF4-FFF2-40B4-BE49-F238E27FC236}">
                <a16:creationId xmlns:a16="http://schemas.microsoft.com/office/drawing/2014/main" id="{ED93D69E-E62D-5D5D-22BD-E93B21356416}"/>
              </a:ext>
            </a:extLst>
          </p:cNvPr>
          <p:cNvSpPr/>
          <p:nvPr/>
        </p:nvSpPr>
        <p:spPr>
          <a:xfrm>
            <a:off x="5737077" y="2798496"/>
            <a:ext cx="1424781" cy="1424781"/>
          </a:xfrm>
          <a:custGeom>
            <a:avLst/>
            <a:gdLst>
              <a:gd name="connsiteX0" fmla="*/ 0 w 1424781"/>
              <a:gd name="connsiteY0" fmla="*/ 712391 h 1424781"/>
              <a:gd name="connsiteX1" fmla="*/ 712391 w 1424781"/>
              <a:gd name="connsiteY1" fmla="*/ 0 h 1424781"/>
              <a:gd name="connsiteX2" fmla="*/ 1424782 w 1424781"/>
              <a:gd name="connsiteY2" fmla="*/ 712391 h 1424781"/>
              <a:gd name="connsiteX3" fmla="*/ 712391 w 1424781"/>
              <a:gd name="connsiteY3" fmla="*/ 1424782 h 1424781"/>
              <a:gd name="connsiteX4" fmla="*/ 0 w 1424781"/>
              <a:gd name="connsiteY4" fmla="*/ 712391 h 142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81" h="1424781">
                <a:moveTo>
                  <a:pt x="0" y="712391"/>
                </a:moveTo>
                <a:cubicBezTo>
                  <a:pt x="0" y="318948"/>
                  <a:pt x="318948" y="0"/>
                  <a:pt x="712391" y="0"/>
                </a:cubicBezTo>
                <a:cubicBezTo>
                  <a:pt x="1105834" y="0"/>
                  <a:pt x="1424782" y="318948"/>
                  <a:pt x="1424782" y="712391"/>
                </a:cubicBezTo>
                <a:cubicBezTo>
                  <a:pt x="1424782" y="1105834"/>
                  <a:pt x="1105834" y="1424782"/>
                  <a:pt x="712391" y="1424782"/>
                </a:cubicBezTo>
                <a:cubicBezTo>
                  <a:pt x="318948" y="1424782"/>
                  <a:pt x="0" y="1105834"/>
                  <a:pt x="0" y="712391"/>
                </a:cubicBezTo>
                <a:close/>
              </a:path>
            </a:pathLst>
          </a:custGeom>
          <a:solidFill>
            <a:schemeClr val="bg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0564" tIns="250564" rIns="250564" bIns="250564" numCol="1" spcCol="1270" anchor="ctr" anchorCtr="0">
            <a:noAutofit/>
          </a:bodyPr>
          <a:lstStyle/>
          <a:p>
            <a:pPr lvl="0" algn="ctr" defTabSz="1466850">
              <a:lnSpc>
                <a:spcPct val="90000"/>
              </a:lnSpc>
              <a:spcBef>
                <a:spcPct val="0"/>
              </a:spcBef>
              <a:spcAft>
                <a:spcPct val="35000"/>
              </a:spcAft>
            </a:pPr>
            <a:r>
              <a:rPr lang="en-IN" sz="1600" dirty="0">
                <a:solidFill>
                  <a:schemeClr val="bg1"/>
                </a:solidFill>
              </a:rPr>
              <a:t>Haritha</a:t>
            </a:r>
            <a:endParaRPr lang="en-US" sz="1600" kern="1200" dirty="0">
              <a:solidFill>
                <a:schemeClr val="bg1"/>
              </a:solidFill>
            </a:endParaRPr>
          </a:p>
        </p:txBody>
      </p:sp>
      <p:sp>
        <p:nvSpPr>
          <p:cNvPr id="13" name="Freeform: Shape 12">
            <a:extLst>
              <a:ext uri="{FF2B5EF4-FFF2-40B4-BE49-F238E27FC236}">
                <a16:creationId xmlns:a16="http://schemas.microsoft.com/office/drawing/2014/main" id="{4338693D-0B15-FD45-0422-0599135A8A3A}"/>
              </a:ext>
            </a:extLst>
          </p:cNvPr>
          <p:cNvSpPr/>
          <p:nvPr/>
        </p:nvSpPr>
        <p:spPr>
          <a:xfrm>
            <a:off x="7605812" y="2647670"/>
            <a:ext cx="1675215" cy="1739383"/>
          </a:xfrm>
          <a:custGeom>
            <a:avLst/>
            <a:gdLst>
              <a:gd name="connsiteX0" fmla="*/ 0 w 1424781"/>
              <a:gd name="connsiteY0" fmla="*/ 712391 h 1424781"/>
              <a:gd name="connsiteX1" fmla="*/ 712391 w 1424781"/>
              <a:gd name="connsiteY1" fmla="*/ 0 h 1424781"/>
              <a:gd name="connsiteX2" fmla="*/ 1424782 w 1424781"/>
              <a:gd name="connsiteY2" fmla="*/ 712391 h 1424781"/>
              <a:gd name="connsiteX3" fmla="*/ 712391 w 1424781"/>
              <a:gd name="connsiteY3" fmla="*/ 1424782 h 1424781"/>
              <a:gd name="connsiteX4" fmla="*/ 0 w 1424781"/>
              <a:gd name="connsiteY4" fmla="*/ 712391 h 1424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781" h="1424781">
                <a:moveTo>
                  <a:pt x="0" y="712391"/>
                </a:moveTo>
                <a:cubicBezTo>
                  <a:pt x="0" y="318948"/>
                  <a:pt x="318948" y="0"/>
                  <a:pt x="712391" y="0"/>
                </a:cubicBezTo>
                <a:cubicBezTo>
                  <a:pt x="1105834" y="0"/>
                  <a:pt x="1424782" y="318948"/>
                  <a:pt x="1424782" y="712391"/>
                </a:cubicBezTo>
                <a:cubicBezTo>
                  <a:pt x="1424782" y="1105834"/>
                  <a:pt x="1105834" y="1424782"/>
                  <a:pt x="712391" y="1424782"/>
                </a:cubicBezTo>
                <a:cubicBezTo>
                  <a:pt x="318948" y="1424782"/>
                  <a:pt x="0" y="1105834"/>
                  <a:pt x="0" y="712391"/>
                </a:cubicBezTo>
                <a:close/>
              </a:path>
            </a:pathLst>
          </a:custGeom>
          <a:solidFill>
            <a:schemeClr val="bg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0564" tIns="250564" rIns="250564" bIns="250564" numCol="1" spcCol="1270" anchor="ctr" anchorCtr="0">
            <a:noAutofit/>
          </a:bodyPr>
          <a:lstStyle/>
          <a:p>
            <a:pPr marL="0" lvl="0" indent="0" algn="ctr" defTabSz="1466850">
              <a:lnSpc>
                <a:spcPct val="90000"/>
              </a:lnSpc>
              <a:spcBef>
                <a:spcPct val="0"/>
              </a:spcBef>
              <a:spcAft>
                <a:spcPct val="35000"/>
              </a:spcAft>
              <a:buNone/>
            </a:pPr>
            <a:r>
              <a:rPr lang="en-US" sz="2000" dirty="0">
                <a:solidFill>
                  <a:schemeClr val="bg1"/>
                </a:solidFill>
              </a:rPr>
              <a:t>GROUP 3</a:t>
            </a:r>
            <a:endParaRPr lang="en-US" sz="2000" kern="1200" dirty="0">
              <a:solidFill>
                <a:schemeClr val="bg1"/>
              </a:solidFill>
            </a:endParaRPr>
          </a:p>
        </p:txBody>
      </p:sp>
    </p:spTree>
    <p:extLst>
      <p:ext uri="{BB962C8B-B14F-4D97-AF65-F5344CB8AC3E}">
        <p14:creationId xmlns:p14="http://schemas.microsoft.com/office/powerpoint/2010/main" val="1909654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482F-735A-092B-FA7F-14DC5D6943D9}"/>
              </a:ext>
            </a:extLst>
          </p:cNvPr>
          <p:cNvSpPr>
            <a:spLocks noGrp="1"/>
          </p:cNvSpPr>
          <p:nvPr>
            <p:ph type="title"/>
          </p:nvPr>
        </p:nvSpPr>
        <p:spPr>
          <a:xfrm>
            <a:off x="4363454" y="850230"/>
            <a:ext cx="4010526" cy="994611"/>
          </a:xfrm>
        </p:spPr>
        <p:txBody>
          <a:bodyPr/>
          <a:lstStyle/>
          <a:p>
            <a:r>
              <a:rPr lang="en-IN" b="1" u="sng" dirty="0"/>
              <a:t>INTRODUCTION</a:t>
            </a:r>
            <a:endParaRPr lang="en-IN" b="1" dirty="0"/>
          </a:p>
        </p:txBody>
      </p:sp>
      <p:sp>
        <p:nvSpPr>
          <p:cNvPr id="3" name="Content Placeholder 2">
            <a:extLst>
              <a:ext uri="{FF2B5EF4-FFF2-40B4-BE49-F238E27FC236}">
                <a16:creationId xmlns:a16="http://schemas.microsoft.com/office/drawing/2014/main" id="{158B9DBC-6E65-D9AB-7413-63A9D20DD7CC}"/>
              </a:ext>
            </a:extLst>
          </p:cNvPr>
          <p:cNvSpPr>
            <a:spLocks noGrp="1"/>
          </p:cNvSpPr>
          <p:nvPr>
            <p:ph idx="1"/>
          </p:nvPr>
        </p:nvSpPr>
        <p:spPr>
          <a:xfrm>
            <a:off x="1143000" y="1844841"/>
            <a:ext cx="9905999" cy="3541714"/>
          </a:xfrm>
        </p:spPr>
        <p:txBody>
          <a:bodyPr>
            <a:normAutofit fontScale="92500" lnSpcReduction="20000"/>
          </a:bodyPr>
          <a:lstStyle/>
          <a:p>
            <a:pPr algn="just"/>
            <a:r>
              <a:rPr lang="en-US" sz="2600" dirty="0">
                <a:latin typeface="Times New Roman" panose="02020603050405020304" pitchFamily="18" charset="0"/>
                <a:cs typeface="Times New Roman" panose="02020603050405020304" pitchFamily="18" charset="0"/>
              </a:rPr>
              <a:t>Human Resource(HR) Analysis plays a crucial role in helping organizations make informed decisions about their workforce. By systematically examining employee-related data, HR analysis provides insights into areas such as hiring trends, attrition rates, employee performance, engagement levels, and workforce diversity. This analysis supports strategic planning, helps identify areas for improvement, and ensures that HR initiatives align with business objectives. Through data- driven insights, organizations can enhance productivity, retain top talent, and create a more effective and inclusive work environment.</a:t>
            </a:r>
          </a:p>
          <a:p>
            <a:endParaRPr lang="en-US" dirty="0">
              <a:solidFill>
                <a:schemeClr val="bg1"/>
              </a:solidFill>
              <a:latin typeface="Times New Roman" panose="02020603050405020304" pitchFamily="18" charset="0"/>
              <a:cs typeface="Times New Roman" panose="02020603050405020304" pitchFamily="18" charset="0"/>
            </a:endParaRPr>
          </a:p>
          <a:p>
            <a:endParaRPr lang="en-US" dirty="0">
              <a:solidFill>
                <a:schemeClr val="bg1"/>
              </a:solidFill>
              <a:latin typeface="Times New Roman" panose="02020603050405020304" pitchFamily="18" charset="0"/>
              <a:cs typeface="Times New Roman" panose="02020603050405020304" pitchFamily="18" charset="0"/>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US"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262646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AADACC-C52F-623A-DE03-CAA78A1CD60D}"/>
              </a:ext>
            </a:extLst>
          </p:cNvPr>
          <p:cNvSpPr txBox="1"/>
          <p:nvPr/>
        </p:nvSpPr>
        <p:spPr>
          <a:xfrm>
            <a:off x="3769896" y="288758"/>
            <a:ext cx="4764504" cy="830997"/>
          </a:xfrm>
          <a:prstGeom prst="rect">
            <a:avLst/>
          </a:prstGeom>
          <a:noFill/>
        </p:spPr>
        <p:txBody>
          <a:bodyPr wrap="square" rtlCol="0">
            <a:spAutoFit/>
          </a:bodyPr>
          <a:lstStyle/>
          <a:p>
            <a:r>
              <a:rPr lang="en-IN" sz="4800" b="1" u="sng" dirty="0"/>
              <a:t>OBJECTIVES</a:t>
            </a:r>
          </a:p>
        </p:txBody>
      </p:sp>
      <p:sp>
        <p:nvSpPr>
          <p:cNvPr id="3" name="TextBox 2">
            <a:extLst>
              <a:ext uri="{FF2B5EF4-FFF2-40B4-BE49-F238E27FC236}">
                <a16:creationId xmlns:a16="http://schemas.microsoft.com/office/drawing/2014/main" id="{841819E4-427B-3A3A-6489-77DA92262474}"/>
              </a:ext>
            </a:extLst>
          </p:cNvPr>
          <p:cNvSpPr txBox="1"/>
          <p:nvPr/>
        </p:nvSpPr>
        <p:spPr>
          <a:xfrm>
            <a:off x="1046360" y="1049270"/>
            <a:ext cx="9930581" cy="519353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Improve Recruitment and Talent Acquisition</a:t>
            </a:r>
          </a:p>
          <a:p>
            <a:pPr marL="285750" indent="-28575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Enhance Employee Performance</a:t>
            </a:r>
          </a:p>
          <a:p>
            <a:pPr marL="285750" indent="-28575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Reduce Employee Turnover</a:t>
            </a:r>
          </a:p>
          <a:p>
            <a:pPr marL="285750" indent="-28575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Improve work force planning</a:t>
            </a:r>
          </a:p>
          <a:p>
            <a:pPr marL="285750" indent="-28575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Optimize compensation and benefits</a:t>
            </a:r>
          </a:p>
          <a:p>
            <a:pPr marL="285750" indent="-28575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Strengthen employee engagement</a:t>
            </a:r>
          </a:p>
          <a:p>
            <a:pPr marL="285750" indent="-28575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Support diversity, equity and inclusion</a:t>
            </a:r>
          </a:p>
          <a:p>
            <a:pPr marL="285750" indent="-28575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Align HR strategy with business goals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638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C424BD-AA65-8390-1FDF-5C2387F64D4C}"/>
              </a:ext>
            </a:extLst>
          </p:cNvPr>
          <p:cNvSpPr txBox="1"/>
          <p:nvPr/>
        </p:nvSpPr>
        <p:spPr>
          <a:xfrm>
            <a:off x="1061884" y="511277"/>
            <a:ext cx="10068232" cy="707886"/>
          </a:xfrm>
          <a:prstGeom prst="rect">
            <a:avLst/>
          </a:prstGeom>
          <a:noFill/>
        </p:spPr>
        <p:txBody>
          <a:bodyPr wrap="square" rtlCol="0">
            <a:spAutoFit/>
          </a:bodyPr>
          <a:lstStyle/>
          <a:p>
            <a:r>
              <a:rPr lang="en-US" sz="4000" b="1" dirty="0">
                <a:ln w="28575">
                  <a:noFill/>
                  <a:prstDash val="solid"/>
                </a:ln>
                <a:ea typeface="+mj-lt"/>
                <a:cs typeface="+mj-lt"/>
              </a:rPr>
              <a:t>Our Analytical Framework: Data and Methods</a:t>
            </a:r>
            <a:endParaRPr lang="en-IN" sz="4000" b="1" dirty="0"/>
          </a:p>
        </p:txBody>
      </p:sp>
      <p:sp>
        <p:nvSpPr>
          <p:cNvPr id="3" name="TextBox 2">
            <a:extLst>
              <a:ext uri="{FF2B5EF4-FFF2-40B4-BE49-F238E27FC236}">
                <a16:creationId xmlns:a16="http://schemas.microsoft.com/office/drawing/2014/main" id="{9CBEB7B8-C6E7-AFAB-0F0A-F2761896B62C}"/>
              </a:ext>
            </a:extLst>
          </p:cNvPr>
          <p:cNvSpPr txBox="1"/>
          <p:nvPr/>
        </p:nvSpPr>
        <p:spPr>
          <a:xfrm>
            <a:off x="1061884" y="1219163"/>
            <a:ext cx="9940413" cy="507831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We conducted a comprehensive analysis of HR data to uncover patterns in employee attrition, gender diversity, income distribution, tenure, and promotion history. The dataset included demographic information, job roles, working years, compensation details, and work-life balance metrics.</a:t>
            </a:r>
          </a:p>
          <a:p>
            <a:r>
              <a:rPr lang="en-US" sz="2000" dirty="0">
                <a:latin typeface="Times New Roman" panose="02020603050405020304" pitchFamily="18" charset="0"/>
                <a:cs typeface="Times New Roman" panose="02020603050405020304" pitchFamily="18" charset="0"/>
              </a:rPr>
              <a:t>Our objective was to identify key drivers of attrition and uncover actionable insights that support workforce planning and retention strategies. We examined departmental trends, gender-based distributions, tenure correlations, and job role performance to aid data-driven HR decision-making.</a:t>
            </a:r>
          </a:p>
          <a:p>
            <a:endParaRPr lang="en-US"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We Used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SQL for extracting and querying structured HR data from relational database</a:t>
            </a:r>
            <a:r>
              <a:rPr lang="en-IN" sz="2000" dirty="0">
                <a:latin typeface="Times New Roman" panose="02020603050405020304" pitchFamily="18" charset="0"/>
                <a:cs typeface="Times New Roman" panose="02020603050405020304" pitchFamily="18" charset="0"/>
              </a:rPr>
              <a:t>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Power query for cleansing, shaping, and transforming employee datasets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Excel to identify trends and calculate key HR indicators such  as attrition rate, average tenure, and income</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Tableau to explore supplementary insights for specific employee segments</a:t>
            </a:r>
          </a:p>
          <a:p>
            <a:endParaRPr lang="en-US" dirty="0"/>
          </a:p>
        </p:txBody>
      </p:sp>
    </p:spTree>
    <p:extLst>
      <p:ext uri="{BB962C8B-B14F-4D97-AF65-F5344CB8AC3E}">
        <p14:creationId xmlns:p14="http://schemas.microsoft.com/office/powerpoint/2010/main" val="2789647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942243-96BB-75AC-8116-C1FA14044FA8}"/>
              </a:ext>
            </a:extLst>
          </p:cNvPr>
          <p:cNvSpPr txBox="1"/>
          <p:nvPr/>
        </p:nvSpPr>
        <p:spPr>
          <a:xfrm>
            <a:off x="1258529" y="442452"/>
            <a:ext cx="9851923" cy="830997"/>
          </a:xfrm>
          <a:prstGeom prst="rect">
            <a:avLst/>
          </a:prstGeom>
          <a:noFill/>
        </p:spPr>
        <p:txBody>
          <a:bodyPr wrap="square" rtlCol="0">
            <a:spAutoFit/>
          </a:bodyPr>
          <a:lstStyle/>
          <a:p>
            <a:pPr algn="ctr"/>
            <a:r>
              <a:rPr lang="en-US" sz="4800" dirty="0"/>
              <a:t>KEY PERFORMANCE INDICATORS</a:t>
            </a:r>
            <a:endParaRPr lang="en-IN" sz="4800" dirty="0"/>
          </a:p>
        </p:txBody>
      </p:sp>
      <p:sp>
        <p:nvSpPr>
          <p:cNvPr id="3" name="TextBox 2">
            <a:extLst>
              <a:ext uri="{FF2B5EF4-FFF2-40B4-BE49-F238E27FC236}">
                <a16:creationId xmlns:a16="http://schemas.microsoft.com/office/drawing/2014/main" id="{0F4BB05B-90B1-7D37-E262-450F053D05AB}"/>
              </a:ext>
            </a:extLst>
          </p:cNvPr>
          <p:cNvSpPr txBox="1"/>
          <p:nvPr/>
        </p:nvSpPr>
        <p:spPr>
          <a:xfrm>
            <a:off x="2005781" y="1273448"/>
            <a:ext cx="8298425" cy="406265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3200" dirty="0"/>
              <a:t>Average Age</a:t>
            </a:r>
          </a:p>
          <a:p>
            <a:pPr marL="285750" indent="-285750">
              <a:lnSpc>
                <a:spcPct val="150000"/>
              </a:lnSpc>
              <a:buFont typeface="Arial" panose="020B0604020202020204" pitchFamily="34" charset="0"/>
              <a:buChar char="•"/>
            </a:pPr>
            <a:r>
              <a:rPr lang="en-US" sz="3200" dirty="0"/>
              <a:t>Average Attrition</a:t>
            </a:r>
          </a:p>
          <a:p>
            <a:pPr marL="285750" indent="-285750">
              <a:lnSpc>
                <a:spcPct val="150000"/>
              </a:lnSpc>
              <a:buFont typeface="Arial" panose="020B0604020202020204" pitchFamily="34" charset="0"/>
              <a:buChar char="•"/>
            </a:pPr>
            <a:r>
              <a:rPr lang="en-US" sz="3200" dirty="0"/>
              <a:t>Average Hourly Rate</a:t>
            </a:r>
          </a:p>
          <a:p>
            <a:pPr marL="285750" indent="-285750">
              <a:lnSpc>
                <a:spcPct val="150000"/>
              </a:lnSpc>
              <a:buFont typeface="Arial" panose="020B0604020202020204" pitchFamily="34" charset="0"/>
              <a:buChar char="•"/>
            </a:pPr>
            <a:r>
              <a:rPr lang="en-US" sz="3200" dirty="0"/>
              <a:t>Average Tenure</a:t>
            </a:r>
          </a:p>
          <a:p>
            <a:pPr marL="285750" indent="-285750">
              <a:lnSpc>
                <a:spcPct val="150000"/>
              </a:lnSpc>
              <a:buFont typeface="Arial" panose="020B0604020202020204" pitchFamily="34" charset="0"/>
              <a:buChar char="•"/>
            </a:pPr>
            <a:r>
              <a:rPr lang="en-US" sz="3200" dirty="0"/>
              <a:t>Average Income</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708272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F39F5C-460B-3B07-292E-A45BA257F266}"/>
              </a:ext>
            </a:extLst>
          </p:cNvPr>
          <p:cNvSpPr txBox="1"/>
          <p:nvPr/>
        </p:nvSpPr>
        <p:spPr>
          <a:xfrm>
            <a:off x="705213" y="149927"/>
            <a:ext cx="10232792" cy="830997"/>
          </a:xfrm>
          <a:prstGeom prst="rect">
            <a:avLst/>
          </a:prstGeom>
          <a:noFill/>
        </p:spPr>
        <p:txBody>
          <a:bodyPr wrap="square" rtlCol="0">
            <a:spAutoFit/>
          </a:bodyPr>
          <a:lstStyle/>
          <a:p>
            <a:r>
              <a:rPr lang="en-IN" sz="4800" dirty="0"/>
              <a:t>INSIGHTS</a:t>
            </a:r>
          </a:p>
        </p:txBody>
      </p:sp>
      <p:sp>
        <p:nvSpPr>
          <p:cNvPr id="4" name="TextBox 3">
            <a:extLst>
              <a:ext uri="{FF2B5EF4-FFF2-40B4-BE49-F238E27FC236}">
                <a16:creationId xmlns:a16="http://schemas.microsoft.com/office/drawing/2014/main" id="{32CE5368-D4C3-4AD5-2C82-1CAFBE6B7A12}"/>
              </a:ext>
            </a:extLst>
          </p:cNvPr>
          <p:cNvSpPr txBox="1"/>
          <p:nvPr/>
        </p:nvSpPr>
        <p:spPr>
          <a:xfrm>
            <a:off x="867747" y="980924"/>
            <a:ext cx="11324253" cy="6032421"/>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 1. Attrition Rate by Department Top 3 High Attrition Depts : </a:t>
            </a:r>
          </a:p>
          <a:p>
            <a:pPr marL="34290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Research &amp; Development: 51.21%</a:t>
            </a:r>
          </a:p>
          <a:p>
            <a:pPr marL="34290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Software: 50.54%</a:t>
            </a:r>
          </a:p>
          <a:p>
            <a:pPr marL="34290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 50.19%</a:t>
            </a:r>
          </a:p>
          <a:p>
            <a:pPr marL="34290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Insight : All departments have attrition around 49–51%, showing broad organizational attrition – not isolated.</a:t>
            </a:r>
          </a:p>
          <a:p>
            <a:pPr marL="34290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Suggestions : Investigate overall employee experience &amp; management style.</a:t>
            </a:r>
          </a:p>
          <a:p>
            <a:pPr marL="342900" indent="-34290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Launch retention initiatives (training, rewards, mentoring).</a:t>
            </a:r>
          </a:p>
          <a:p>
            <a:endParaRPr lang="en-IN"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2. Count of Employees by Gender (Pie Chart)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Male: ~25,060 (50.1%)</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Female: ~24,940 (49.8%)</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Insight : Gender balance is nearly perfect. Great diversity representation.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Suggestions : Maintain this balance in leadership hiring and promotions.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Promote inclusive policies, especially for retention and flexibility.</a:t>
            </a:r>
          </a:p>
          <a:p>
            <a:endParaRPr lang="en-US" sz="1600" dirty="0">
              <a:latin typeface="Times New Roman" panose="02020603050405020304" pitchFamily="18" charset="0"/>
              <a:cs typeface="Times New Roman" panose="02020603050405020304" pitchFamily="18" charset="0"/>
            </a:endParaRPr>
          </a:p>
          <a:p>
            <a:r>
              <a:rPr lang="en-US" sz="1600" dirty="0"/>
              <a:t>🟤 3. Attrition Rate vs Monthly Income by Department (Scatter Plot)</a:t>
            </a:r>
          </a:p>
          <a:p>
            <a:pPr marL="285750" indent="-285750">
              <a:buFont typeface="Arial" panose="020B0604020202020204" pitchFamily="34" charset="0"/>
              <a:buChar char="•"/>
            </a:pPr>
            <a:r>
              <a:rPr lang="en-US" sz="1600" dirty="0"/>
              <a:t>Departments with higher income don’t always have lower attrition:</a:t>
            </a:r>
          </a:p>
          <a:p>
            <a:pPr marL="285750" indent="-285750">
              <a:buFont typeface="Arial" panose="020B0604020202020204" pitchFamily="34" charset="0"/>
              <a:buChar char="•"/>
            </a:pPr>
            <a:r>
              <a:rPr lang="en-US" sz="1600" dirty="0"/>
              <a:t>Sales &amp; HR earn more but still show 50%+ attrition.</a:t>
            </a:r>
          </a:p>
          <a:p>
            <a:pPr marL="285750" indent="-285750">
              <a:buFont typeface="Arial" panose="020B0604020202020204" pitchFamily="34" charset="0"/>
              <a:buChar char="•"/>
            </a:pPr>
            <a:r>
              <a:rPr lang="en-US" sz="1600" dirty="0"/>
              <a:t>Hardware has lowest attrition and also lowest income.</a:t>
            </a:r>
          </a:p>
          <a:p>
            <a:pPr marL="285750" indent="-285750">
              <a:buFont typeface="Arial" panose="020B0604020202020204" pitchFamily="34" charset="0"/>
              <a:buChar char="•"/>
            </a:pPr>
            <a:r>
              <a:rPr lang="en-US" sz="1600" dirty="0"/>
              <a:t>🔍 Insight:💰 Income alone does not reduce attrition — employee satisfaction may rely on other factors like culture, WLB, recognition.</a:t>
            </a:r>
          </a:p>
          <a:p>
            <a:pPr marL="285750" indent="-285750">
              <a:buFont typeface="Arial" panose="020B0604020202020204" pitchFamily="34" charset="0"/>
              <a:buChar char="•"/>
            </a:pPr>
            <a:r>
              <a:rPr lang="en-US" sz="1600" dirty="0"/>
              <a:t>✅ Suggestions: Focus on non-monetary factors: culture, promotions, </a:t>
            </a:r>
            <a:r>
              <a:rPr lang="en-US" sz="1600" dirty="0" err="1"/>
              <a:t>recognition.Do</a:t>
            </a:r>
            <a:r>
              <a:rPr lang="en-US" sz="1600" dirty="0"/>
              <a:t> pulse surveys to find department-wise reasons for leaving</a:t>
            </a:r>
            <a:endParaRPr lang="en-IN" sz="1600" dirty="0"/>
          </a:p>
          <a:p>
            <a:endParaRPr lang="en-IN" dirty="0"/>
          </a:p>
        </p:txBody>
      </p:sp>
    </p:spTree>
    <p:extLst>
      <p:ext uri="{BB962C8B-B14F-4D97-AF65-F5344CB8AC3E}">
        <p14:creationId xmlns:p14="http://schemas.microsoft.com/office/powerpoint/2010/main" val="3774164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44A831-2B29-3F1C-A782-BEA570722FC7}"/>
              </a:ext>
            </a:extLst>
          </p:cNvPr>
          <p:cNvSpPr txBox="1"/>
          <p:nvPr/>
        </p:nvSpPr>
        <p:spPr>
          <a:xfrm>
            <a:off x="923730" y="727787"/>
            <a:ext cx="11131421" cy="5262979"/>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 4. Attrition Rate by Years Since Last Promotion (Area Chart)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Huge spike at 36 years: 77.78% attrition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Another spike at 32 years: 60.53%</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Drop to 0% attrition at 40 years (likely very few employees)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Insight:🧨 Delayed or no promotions = higher attrition.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Suggestions: Design clear promotion cycles or criteria.</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Introduce career path frameworks for employees.</a:t>
            </a:r>
          </a:p>
          <a:p>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5. Average of Total Working Years by Department (Bar Chart)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Most departments have around 20.3–20.65 years average tenure.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Suggests employees stay long but still leave → signals dissatisfaction.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Insight: Loyal employees are leaving, possibly due to lack of motivation or reward.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Suggestions: Introduce long-service awards, sabbaticals, role rotations.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Refresh job roles or create leadership pipelines.</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6. Average Work-Life Balance by Job Role (Bar Chart)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Fairly consistent (2.47–2.51 out of 5).</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Sales Executive has the lowest WLB (2.47).</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Insight: WLB is average across roles, but Sales teams may be overburdened.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Suggestions: Consider flexible hours, reduced targets, or assistant roles in Sales.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Track WLB feedback regularly with e NPS / WLB scores.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1318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7DBFBF8-7D7B-CE0A-2DB0-66BF0F7AE6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82464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325991-A3F2-486D-B9C6-78CD9D2C0029}"/>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798797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139217-5ABD-3FF0-596F-3288ABB520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85962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a:extLst>
              <a:ext uri="{FF2B5EF4-FFF2-40B4-BE49-F238E27FC236}">
                <a16:creationId xmlns:a16="http://schemas.microsoft.com/office/drawing/2014/main" id="{BCC855EA-2756-BDE0-D8E9-393092B1846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6">
            <a:extLst>
              <a:ext uri="{FF2B5EF4-FFF2-40B4-BE49-F238E27FC236}">
                <a16:creationId xmlns:a16="http://schemas.microsoft.com/office/drawing/2014/main" id="{9D3CA243-DB80-94DA-D7C6-A45B9F263C92}"/>
              </a:ext>
            </a:extLst>
          </p:cNvPr>
          <p:cNvSpPr>
            <a:spLocks noChangeAspect="1" noChangeArrowheads="1"/>
          </p:cNvSpPr>
          <p:nvPr/>
        </p:nvSpPr>
        <p:spPr bwMode="auto">
          <a:xfrm>
            <a:off x="1629747" y="-1037253"/>
            <a:ext cx="4771053" cy="47710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8">
            <a:extLst>
              <a:ext uri="{FF2B5EF4-FFF2-40B4-BE49-F238E27FC236}">
                <a16:creationId xmlns:a16="http://schemas.microsoft.com/office/drawing/2014/main" id="{F380BE0A-DD53-0BCF-361A-DF6590E2079E}"/>
              </a:ext>
            </a:extLst>
          </p:cNvPr>
          <p:cNvSpPr>
            <a:spLocks noChangeAspect="1" noChangeArrowheads="1"/>
          </p:cNvSpPr>
          <p:nvPr/>
        </p:nvSpPr>
        <p:spPr bwMode="auto">
          <a:xfrm>
            <a:off x="1782147" y="-884853"/>
            <a:ext cx="4771053" cy="477105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5D40BE9F-6554-55E4-3233-AF4714AFB236}"/>
              </a:ext>
            </a:extLst>
          </p:cNvPr>
          <p:cNvPicPr>
            <a:picLocks noChangeAspect="1"/>
          </p:cNvPicPr>
          <p:nvPr/>
        </p:nvPicPr>
        <p:blipFill>
          <a:blip r:embed="rId2"/>
          <a:stretch>
            <a:fillRect/>
          </a:stretch>
        </p:blipFill>
        <p:spPr>
          <a:xfrm>
            <a:off x="33891" y="170172"/>
            <a:ext cx="5909709" cy="2661001"/>
          </a:xfrm>
          <a:prstGeom prst="rect">
            <a:avLst/>
          </a:prstGeom>
        </p:spPr>
      </p:pic>
      <p:pic>
        <p:nvPicPr>
          <p:cNvPr id="10" name="Picture 9">
            <a:extLst>
              <a:ext uri="{FF2B5EF4-FFF2-40B4-BE49-F238E27FC236}">
                <a16:creationId xmlns:a16="http://schemas.microsoft.com/office/drawing/2014/main" id="{EE116938-BD44-F2F8-9A1F-E62F50905F3C}"/>
              </a:ext>
            </a:extLst>
          </p:cNvPr>
          <p:cNvPicPr>
            <a:picLocks noChangeAspect="1"/>
          </p:cNvPicPr>
          <p:nvPr/>
        </p:nvPicPr>
        <p:blipFill>
          <a:blip r:embed="rId3"/>
          <a:stretch>
            <a:fillRect/>
          </a:stretch>
        </p:blipFill>
        <p:spPr>
          <a:xfrm>
            <a:off x="5998917" y="178575"/>
            <a:ext cx="6193083" cy="2800350"/>
          </a:xfrm>
          <a:prstGeom prst="rect">
            <a:avLst/>
          </a:prstGeom>
        </p:spPr>
      </p:pic>
      <p:pic>
        <p:nvPicPr>
          <p:cNvPr id="12" name="Picture 11">
            <a:extLst>
              <a:ext uri="{FF2B5EF4-FFF2-40B4-BE49-F238E27FC236}">
                <a16:creationId xmlns:a16="http://schemas.microsoft.com/office/drawing/2014/main" id="{4A12A824-F19E-6618-11F7-78AEA148E738}"/>
              </a:ext>
            </a:extLst>
          </p:cNvPr>
          <p:cNvPicPr>
            <a:picLocks noChangeAspect="1"/>
          </p:cNvPicPr>
          <p:nvPr/>
        </p:nvPicPr>
        <p:blipFill>
          <a:blip r:embed="rId4"/>
          <a:stretch>
            <a:fillRect/>
          </a:stretch>
        </p:blipFill>
        <p:spPr>
          <a:xfrm>
            <a:off x="0" y="3140611"/>
            <a:ext cx="6386619" cy="3487233"/>
          </a:xfrm>
          <a:prstGeom prst="rect">
            <a:avLst/>
          </a:prstGeom>
        </p:spPr>
      </p:pic>
      <p:pic>
        <p:nvPicPr>
          <p:cNvPr id="14" name="Picture 13">
            <a:extLst>
              <a:ext uri="{FF2B5EF4-FFF2-40B4-BE49-F238E27FC236}">
                <a16:creationId xmlns:a16="http://schemas.microsoft.com/office/drawing/2014/main" id="{B83ED287-76AB-C912-D396-28CC0619A0BF}"/>
              </a:ext>
            </a:extLst>
          </p:cNvPr>
          <p:cNvPicPr>
            <a:picLocks noChangeAspect="1"/>
          </p:cNvPicPr>
          <p:nvPr/>
        </p:nvPicPr>
        <p:blipFill>
          <a:blip r:embed="rId5"/>
          <a:stretch>
            <a:fillRect/>
          </a:stretch>
        </p:blipFill>
        <p:spPr>
          <a:xfrm>
            <a:off x="6483035" y="3120622"/>
            <a:ext cx="5445967" cy="3658012"/>
          </a:xfrm>
          <a:prstGeom prst="rect">
            <a:avLst/>
          </a:prstGeom>
        </p:spPr>
      </p:pic>
    </p:spTree>
    <p:extLst>
      <p:ext uri="{BB962C8B-B14F-4D97-AF65-F5344CB8AC3E}">
        <p14:creationId xmlns:p14="http://schemas.microsoft.com/office/powerpoint/2010/main" val="1238198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B8D68E-24A6-8E24-5349-377838ADD7B3}"/>
              </a:ext>
            </a:extLst>
          </p:cNvPr>
          <p:cNvPicPr>
            <a:picLocks noChangeAspect="1"/>
          </p:cNvPicPr>
          <p:nvPr/>
        </p:nvPicPr>
        <p:blipFill>
          <a:blip r:embed="rId2"/>
          <a:stretch>
            <a:fillRect/>
          </a:stretch>
        </p:blipFill>
        <p:spPr>
          <a:xfrm>
            <a:off x="0" y="-2878"/>
            <a:ext cx="6399458" cy="1999629"/>
          </a:xfrm>
          <a:prstGeom prst="rect">
            <a:avLst/>
          </a:prstGeom>
        </p:spPr>
      </p:pic>
      <p:pic>
        <p:nvPicPr>
          <p:cNvPr id="5" name="Picture 4">
            <a:extLst>
              <a:ext uri="{FF2B5EF4-FFF2-40B4-BE49-F238E27FC236}">
                <a16:creationId xmlns:a16="http://schemas.microsoft.com/office/drawing/2014/main" id="{1D8CB5AA-A6ED-A2F0-3D46-8145169019FC}"/>
              </a:ext>
            </a:extLst>
          </p:cNvPr>
          <p:cNvPicPr>
            <a:picLocks noChangeAspect="1"/>
          </p:cNvPicPr>
          <p:nvPr/>
        </p:nvPicPr>
        <p:blipFill>
          <a:blip r:embed="rId3"/>
          <a:stretch>
            <a:fillRect/>
          </a:stretch>
        </p:blipFill>
        <p:spPr>
          <a:xfrm>
            <a:off x="100545" y="2032274"/>
            <a:ext cx="5654595" cy="4825726"/>
          </a:xfrm>
          <a:prstGeom prst="rect">
            <a:avLst/>
          </a:prstGeom>
        </p:spPr>
      </p:pic>
      <p:pic>
        <p:nvPicPr>
          <p:cNvPr id="7" name="Picture 6">
            <a:extLst>
              <a:ext uri="{FF2B5EF4-FFF2-40B4-BE49-F238E27FC236}">
                <a16:creationId xmlns:a16="http://schemas.microsoft.com/office/drawing/2014/main" id="{A56FBD4C-53EC-A61E-5A29-BD28CE9632EB}"/>
              </a:ext>
            </a:extLst>
          </p:cNvPr>
          <p:cNvPicPr>
            <a:picLocks noChangeAspect="1"/>
          </p:cNvPicPr>
          <p:nvPr/>
        </p:nvPicPr>
        <p:blipFill>
          <a:blip r:embed="rId4"/>
          <a:stretch>
            <a:fillRect/>
          </a:stretch>
        </p:blipFill>
        <p:spPr>
          <a:xfrm>
            <a:off x="6436860" y="-2878"/>
            <a:ext cx="5654595" cy="2092936"/>
          </a:xfrm>
          <a:prstGeom prst="rect">
            <a:avLst/>
          </a:prstGeom>
        </p:spPr>
      </p:pic>
      <p:pic>
        <p:nvPicPr>
          <p:cNvPr id="9" name="Picture 8">
            <a:extLst>
              <a:ext uri="{FF2B5EF4-FFF2-40B4-BE49-F238E27FC236}">
                <a16:creationId xmlns:a16="http://schemas.microsoft.com/office/drawing/2014/main" id="{1E9C35C6-89BE-141C-4DA8-CBD41681EF90}"/>
              </a:ext>
            </a:extLst>
          </p:cNvPr>
          <p:cNvPicPr>
            <a:picLocks noChangeAspect="1"/>
          </p:cNvPicPr>
          <p:nvPr/>
        </p:nvPicPr>
        <p:blipFill>
          <a:blip r:embed="rId5"/>
          <a:stretch>
            <a:fillRect/>
          </a:stretch>
        </p:blipFill>
        <p:spPr>
          <a:xfrm>
            <a:off x="5827211" y="2130581"/>
            <a:ext cx="6364789" cy="4629112"/>
          </a:xfrm>
          <a:prstGeom prst="rect">
            <a:avLst/>
          </a:prstGeom>
        </p:spPr>
      </p:pic>
    </p:spTree>
    <p:extLst>
      <p:ext uri="{BB962C8B-B14F-4D97-AF65-F5344CB8AC3E}">
        <p14:creationId xmlns:p14="http://schemas.microsoft.com/office/powerpoint/2010/main" val="2831530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7BCC7E-F4D5-6643-2C2A-CDCBF197DF41}"/>
              </a:ext>
            </a:extLst>
          </p:cNvPr>
          <p:cNvPicPr>
            <a:picLocks noChangeAspect="1"/>
          </p:cNvPicPr>
          <p:nvPr/>
        </p:nvPicPr>
        <p:blipFill>
          <a:blip r:embed="rId2">
            <a:extLst>
              <a:ext uri="{28A0092B-C50C-407E-A947-70E740481C1C}">
                <a14:useLocalDpi xmlns:a14="http://schemas.microsoft.com/office/drawing/2010/main" val="0"/>
              </a:ext>
            </a:extLst>
          </a:blip>
          <a:srcRect t="2674" r="74095"/>
          <a:stretch/>
        </p:blipFill>
        <p:spPr>
          <a:xfrm>
            <a:off x="1951703" y="551091"/>
            <a:ext cx="2723536" cy="5755818"/>
          </a:xfrm>
          <a:prstGeom prst="rect">
            <a:avLst/>
          </a:prstGeom>
        </p:spPr>
      </p:pic>
      <p:sp>
        <p:nvSpPr>
          <p:cNvPr id="6" name="TextBox 5">
            <a:extLst>
              <a:ext uri="{FF2B5EF4-FFF2-40B4-BE49-F238E27FC236}">
                <a16:creationId xmlns:a16="http://schemas.microsoft.com/office/drawing/2014/main" id="{B1B43116-6AD8-7B7B-88F5-C0BA72220ECF}"/>
              </a:ext>
            </a:extLst>
          </p:cNvPr>
          <p:cNvSpPr txBox="1"/>
          <p:nvPr/>
        </p:nvSpPr>
        <p:spPr>
          <a:xfrm>
            <a:off x="4675239" y="2413972"/>
            <a:ext cx="6104020" cy="1569660"/>
          </a:xfrm>
          <a:prstGeom prst="rect">
            <a:avLst/>
          </a:prstGeom>
          <a:noFill/>
        </p:spPr>
        <p:txBody>
          <a:bodyPr wrap="square">
            <a:spAutoFit/>
          </a:bodyPr>
          <a:lstStyle/>
          <a:p>
            <a:r>
              <a:rPr lang="en-us" sz="9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hlinkClick r:id="rId3"/>
              </a:rPr>
              <a:t>TABLEAU</a:t>
            </a:r>
            <a:endParaRPr lang="en-IN" sz="9600" dirty="0"/>
          </a:p>
        </p:txBody>
      </p:sp>
    </p:spTree>
    <p:extLst>
      <p:ext uri="{BB962C8B-B14F-4D97-AF65-F5344CB8AC3E}">
        <p14:creationId xmlns:p14="http://schemas.microsoft.com/office/powerpoint/2010/main" val="1817279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04018F-69B4-52B0-FB35-DE241FA699C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34091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15254B-2D73-2A37-1296-B68793F3479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92153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C61476-B083-2F56-9EE7-48EEC48797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136" y="481263"/>
            <a:ext cx="7827875" cy="2189088"/>
          </a:xfrm>
          <a:prstGeom prst="rect">
            <a:avLst/>
          </a:prstGeom>
        </p:spPr>
      </p:pic>
      <p:pic>
        <p:nvPicPr>
          <p:cNvPr id="3" name="Picture 2">
            <a:extLst>
              <a:ext uri="{FF2B5EF4-FFF2-40B4-BE49-F238E27FC236}">
                <a16:creationId xmlns:a16="http://schemas.microsoft.com/office/drawing/2014/main" id="{DCB6601F-6364-03DD-2A25-C5F85B37C4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7408" y="729702"/>
            <a:ext cx="10993251" cy="6183703"/>
          </a:xfrm>
          <a:prstGeom prst="rect">
            <a:avLst/>
          </a:prstGeom>
        </p:spPr>
      </p:pic>
    </p:spTree>
    <p:extLst>
      <p:ext uri="{BB962C8B-B14F-4D97-AF65-F5344CB8AC3E}">
        <p14:creationId xmlns:p14="http://schemas.microsoft.com/office/powerpoint/2010/main" val="2764051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EE903A-8CF9-E2A9-C7D4-E5C73C561481}"/>
              </a:ext>
            </a:extLst>
          </p:cNvPr>
          <p:cNvPicPr>
            <a:picLocks noChangeAspect="1"/>
          </p:cNvPicPr>
          <p:nvPr/>
        </p:nvPicPr>
        <p:blipFill>
          <a:blip r:embed="rId2"/>
          <a:stretch>
            <a:fillRect/>
          </a:stretch>
        </p:blipFill>
        <p:spPr>
          <a:xfrm>
            <a:off x="0" y="15719"/>
            <a:ext cx="12192000" cy="6826562"/>
          </a:xfrm>
          <a:prstGeom prst="rect">
            <a:avLst/>
          </a:prstGeom>
        </p:spPr>
      </p:pic>
    </p:spTree>
    <p:extLst>
      <p:ext uri="{BB962C8B-B14F-4D97-AF65-F5344CB8AC3E}">
        <p14:creationId xmlns:p14="http://schemas.microsoft.com/office/powerpoint/2010/main" val="1290796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98CFB7-02A0-391B-470D-A2515C0C0B0E}"/>
              </a:ext>
            </a:extLst>
          </p:cNvPr>
          <p:cNvSpPr txBox="1"/>
          <p:nvPr/>
        </p:nvSpPr>
        <p:spPr>
          <a:xfrm>
            <a:off x="1035780" y="316876"/>
            <a:ext cx="6104020" cy="707886"/>
          </a:xfrm>
          <a:prstGeom prst="rect">
            <a:avLst/>
          </a:prstGeom>
          <a:noFill/>
        </p:spPr>
        <p:txBody>
          <a:bodyPr wrap="square">
            <a:spAutoFit/>
          </a:bodyPr>
          <a:lstStyle/>
          <a:p>
            <a:r>
              <a:rPr lang="en-US" sz="4000" dirty="0"/>
              <a:t>S</a:t>
            </a:r>
            <a:r>
              <a:rPr lang="en-IN" sz="4000" dirty="0"/>
              <a:t>UMMARY</a:t>
            </a:r>
          </a:p>
        </p:txBody>
      </p:sp>
      <p:sp>
        <p:nvSpPr>
          <p:cNvPr id="2" name="TextBox 1">
            <a:extLst>
              <a:ext uri="{FF2B5EF4-FFF2-40B4-BE49-F238E27FC236}">
                <a16:creationId xmlns:a16="http://schemas.microsoft.com/office/drawing/2014/main" id="{4A25A79B-F2C2-B03D-BD5E-893D8FCA3336}"/>
              </a:ext>
            </a:extLst>
          </p:cNvPr>
          <p:cNvSpPr txBox="1"/>
          <p:nvPr/>
        </p:nvSpPr>
        <p:spPr>
          <a:xfrm>
            <a:off x="940836" y="1192715"/>
            <a:ext cx="10310327" cy="480131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This</a:t>
            </a:r>
            <a:r>
              <a:rPr lang="en-US" dirty="0"/>
              <a:t> comprehensive HR dashboard offers a strategic view of the organization’s workforce dynamics, focusing on attrition trends, employee demographics, and departmental performance. It reveals an overall attrition rate of 50.21%, with the highest attrition observed in the Research and software departments, and the lowest in the Hardware.</a:t>
            </a:r>
          </a:p>
          <a:p>
            <a:endParaRPr lang="en-US" dirty="0"/>
          </a:p>
          <a:p>
            <a:r>
              <a:rPr lang="en-US" dirty="0"/>
              <a:t>The dashboard highlights key metrics such as an average employee age of 38.97 years, average tenure of 20.5 years, and monthly income averaging 26.02k. Gender distribution remains nearly balanced, with a 50:50 male-to-female ratio.</a:t>
            </a:r>
          </a:p>
          <a:p>
            <a:endParaRPr lang="en-US" dirty="0"/>
          </a:p>
          <a:p>
            <a:r>
              <a:rPr lang="en-US" dirty="0"/>
              <a:t>It also provides insights into income and attrition trends across departments, work-life balance by job roles, and attrition patterns based on years since last promotion indicating potential retention risks for employees with long stagnation in promotions. </a:t>
            </a:r>
          </a:p>
          <a:p>
            <a:endParaRPr lang="en-US" dirty="0"/>
          </a:p>
          <a:p>
            <a:r>
              <a:rPr lang="en-US" dirty="0"/>
              <a:t>These insights empower HR and leadership teams to make informed decisions on talent retention, workforce planning, and organizational development, while helping optimize employee satisfaction and long-term performance</a:t>
            </a:r>
            <a:r>
              <a:rPr lang="en-US" dirty="0">
                <a:solidFill>
                  <a:schemeClr val="bg1"/>
                </a:solidFill>
              </a:rPr>
              <a:t>.</a:t>
            </a:r>
          </a:p>
          <a:p>
            <a:endParaRPr lang="en-IN" dirty="0">
              <a:solidFill>
                <a:schemeClr val="bg1"/>
              </a:solidFill>
            </a:endParaRPr>
          </a:p>
        </p:txBody>
      </p:sp>
    </p:spTree>
    <p:extLst>
      <p:ext uri="{BB962C8B-B14F-4D97-AF65-F5344CB8AC3E}">
        <p14:creationId xmlns:p14="http://schemas.microsoft.com/office/powerpoint/2010/main" val="240682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9A7D63-D20C-7C79-D778-9FF00750BCC0}"/>
              </a:ext>
            </a:extLst>
          </p:cNvPr>
          <p:cNvSpPr txBox="1"/>
          <p:nvPr/>
        </p:nvSpPr>
        <p:spPr>
          <a:xfrm>
            <a:off x="3003884" y="2253734"/>
            <a:ext cx="7327231" cy="1569660"/>
          </a:xfrm>
          <a:prstGeom prst="rect">
            <a:avLst/>
          </a:prstGeom>
          <a:noFill/>
        </p:spPr>
        <p:txBody>
          <a:bodyPr wrap="square">
            <a:spAutoFit/>
          </a:bodyPr>
          <a:lstStyle/>
          <a:p>
            <a:r>
              <a:rPr lang="en-US" sz="9600" dirty="0">
                <a:solidFill>
                  <a:schemeClr val="bg1"/>
                </a:solidFill>
              </a:rPr>
              <a:t>THANK</a:t>
            </a:r>
            <a:r>
              <a:rPr lang="en-US" sz="9600" dirty="0"/>
              <a:t> </a:t>
            </a:r>
            <a:r>
              <a:rPr lang="en-US" sz="9600" dirty="0">
                <a:solidFill>
                  <a:schemeClr val="bg1"/>
                </a:solidFill>
              </a:rPr>
              <a:t>YOU</a:t>
            </a:r>
            <a:r>
              <a:rPr lang="en-US" sz="9600" dirty="0"/>
              <a:t> </a:t>
            </a:r>
            <a:endParaRPr lang="en-IN" sz="9600" dirty="0"/>
          </a:p>
        </p:txBody>
      </p:sp>
    </p:spTree>
    <p:extLst>
      <p:ext uri="{BB962C8B-B14F-4D97-AF65-F5344CB8AC3E}">
        <p14:creationId xmlns:p14="http://schemas.microsoft.com/office/powerpoint/2010/main" val="15717734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735</TotalTime>
  <Words>921</Words>
  <Application>Microsoft Office PowerPoint</Application>
  <PresentationFormat>Widescreen</PresentationFormat>
  <Paragraphs>99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Times New Roman</vt:lpstr>
      <vt:lpstr>Tw Cen MT</vt:lpstr>
      <vt:lpstr>Circuit</vt:lpstr>
      <vt:lpstr> Hr. analytics</vt:lpstr>
      <vt:lpstr> Hr. analytics</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rajrachana28@outlook.com</dc:creator>
  <cp:lastModifiedBy>rajrachana28@outlook.com</cp:lastModifiedBy>
  <cp:revision>5</cp:revision>
  <dcterms:created xsi:type="dcterms:W3CDTF">2025-06-20T05:48:08Z</dcterms:created>
  <dcterms:modified xsi:type="dcterms:W3CDTF">2025-06-24T13:13:18Z</dcterms:modified>
</cp:coreProperties>
</file>